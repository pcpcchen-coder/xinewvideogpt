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988a24aafe451e" /><Relationship Type="http://schemas.openxmlformats.org/officeDocument/2006/relationships/extended-properties" Target="/docProps/app.xml" Id="R89e96513bbe04724" /><Relationship Type="http://schemas.openxmlformats.org/officeDocument/2006/relationships/officeDocument" Target="/ppt/presentation.xml" Id="Rac0ba3e5e13e4c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206fbd42a047d8"/>
  </p:sldMasterIdLst>
  <p:notesMasterIdLst>
    <p:notesMasterId xmlns:r="http://schemas.openxmlformats.org/officeDocument/2006/relationships" r:id="Refa0495f597e460d"/>
  </p:notesMasterIdLst>
  <p:sldIdLst>
    <p:sldId xmlns:r="http://schemas.openxmlformats.org/officeDocument/2006/relationships" id="256" r:id="R49f6f5a24bd647a8"/>
    <p:sldId xmlns:r="http://schemas.openxmlformats.org/officeDocument/2006/relationships" id="257" r:id="R88628df68a374ef0"/>
    <p:sldId xmlns:r="http://schemas.openxmlformats.org/officeDocument/2006/relationships" id="258" r:id="Rd27480d80eb343c1"/>
    <p:sldId xmlns:r="http://schemas.openxmlformats.org/officeDocument/2006/relationships" id="259" r:id="R5757ca2db59c437c"/>
    <p:sldId xmlns:r="http://schemas.openxmlformats.org/officeDocument/2006/relationships" id="260" r:id="R8642c9da82294e9e"/>
    <p:sldId xmlns:r="http://schemas.openxmlformats.org/officeDocument/2006/relationships" id="261" r:id="R55c6f5b785bc40c6"/>
    <p:sldId xmlns:r="http://schemas.openxmlformats.org/officeDocument/2006/relationships" id="262" r:id="R714657ef8fec4c99"/>
    <p:sldId xmlns:r="http://schemas.openxmlformats.org/officeDocument/2006/relationships" id="263" r:id="R11a87a17727342c9"/>
    <p:sldId xmlns:r="http://schemas.openxmlformats.org/officeDocument/2006/relationships" id="264" r:id="R4189eb7daf9648d3"/>
    <p:sldId xmlns:r="http://schemas.openxmlformats.org/officeDocument/2006/relationships" id="265" r:id="R5eeaeb7b63ef4161"/>
    <p:sldId xmlns:r="http://schemas.openxmlformats.org/officeDocument/2006/relationships" id="266" r:id="Rcb59e5ea54904e50"/>
    <p:sldId xmlns:r="http://schemas.openxmlformats.org/officeDocument/2006/relationships" id="267" r:id="Rc97f0bfbfab6496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ed54bdca8c42da" /><Relationship Type="http://schemas.openxmlformats.org/officeDocument/2006/relationships/slideMaster" Target="/ppt/slideMasters/slideMaster1.xml" Id="Rf9206fbd42a047d8" /><Relationship Type="http://schemas.openxmlformats.org/officeDocument/2006/relationships/notesMaster" Target="/ppt/notesMasters/notesMaster1.xml" Id="Refa0495f597e460d" /><Relationship Type="http://schemas.openxmlformats.org/officeDocument/2006/relationships/presProps" Target="/ppt/presProps.xml" Id="R3814497235de494e" /><Relationship Type="http://schemas.openxmlformats.org/officeDocument/2006/relationships/tableStyles" Target="/ppt/tableStyles.xml" Id="R1fe61fdcf3e64d9e" /><Relationship Type="http://schemas.openxmlformats.org/officeDocument/2006/relationships/slide" Target="/ppt/slides/slide1.xml" Id="R49f6f5a24bd647a8" /><Relationship Type="http://schemas.openxmlformats.org/officeDocument/2006/relationships/slide" Target="/ppt/slides/slide2.xml" Id="R88628df68a374ef0" /><Relationship Type="http://schemas.openxmlformats.org/officeDocument/2006/relationships/slide" Target="/ppt/slides/slide3.xml" Id="Rd27480d80eb343c1" /><Relationship Type="http://schemas.openxmlformats.org/officeDocument/2006/relationships/slide" Target="/ppt/slides/slide4.xml" Id="R5757ca2db59c437c" /><Relationship Type="http://schemas.openxmlformats.org/officeDocument/2006/relationships/slide" Target="/ppt/slides/slide5.xml" Id="R8642c9da82294e9e" /><Relationship Type="http://schemas.openxmlformats.org/officeDocument/2006/relationships/slide" Target="/ppt/slides/slide6.xml" Id="R55c6f5b785bc40c6" /><Relationship Type="http://schemas.openxmlformats.org/officeDocument/2006/relationships/slide" Target="/ppt/slides/slide7.xml" Id="R714657ef8fec4c99" /><Relationship Type="http://schemas.openxmlformats.org/officeDocument/2006/relationships/slide" Target="/ppt/slides/slide8.xml" Id="R11a87a17727342c9" /><Relationship Type="http://schemas.openxmlformats.org/officeDocument/2006/relationships/slide" Target="/ppt/slides/slide9.xml" Id="R4189eb7daf9648d3" /><Relationship Type="http://schemas.openxmlformats.org/officeDocument/2006/relationships/slide" Target="/ppt/slides/slide10.xml" Id="R5eeaeb7b63ef4161" /><Relationship Type="http://schemas.openxmlformats.org/officeDocument/2006/relationships/slide" Target="/ppt/slides/slide11.xml" Id="Rcb59e5ea54904e50" /><Relationship Type="http://schemas.openxmlformats.org/officeDocument/2006/relationships/slide" Target="/ppt/slides/slide12.xml" Id="Rc97f0bfbfab649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741c5c1ae04d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0354bf412b4ff9" /><Relationship Type="http://schemas.openxmlformats.org/officeDocument/2006/relationships/notesMaster" Target="/ppt/notesMasters/notesMaster1.xml" Id="R59bd68112d5242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4d30af8e944d3e" /><Relationship Type="http://schemas.openxmlformats.org/officeDocument/2006/relationships/notesMaster" Target="/ppt/notesMasters/notesMaster1.xml" Id="Rafd47ed5ff1a429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172518e16404235" /><Relationship Type="http://schemas.openxmlformats.org/officeDocument/2006/relationships/notesMaster" Target="/ppt/notesMasters/notesMaster1.xml" Id="Rd63c22441ec64fc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9923db918b841ad" /><Relationship Type="http://schemas.openxmlformats.org/officeDocument/2006/relationships/notesMaster" Target="/ppt/notesMasters/notesMaster1.xml" Id="R7941520217ca40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3810193bdd4164" /><Relationship Type="http://schemas.openxmlformats.org/officeDocument/2006/relationships/notesMaster" Target="/ppt/notesMasters/notesMaster1.xml" Id="R79b9bd633e3140a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f55848a748243c0" /><Relationship Type="http://schemas.openxmlformats.org/officeDocument/2006/relationships/notesMaster" Target="/ppt/notesMasters/notesMaster1.xml" Id="Rde134264ff8d43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46a6949d1274af6" /><Relationship Type="http://schemas.openxmlformats.org/officeDocument/2006/relationships/notesMaster" Target="/ppt/notesMasters/notesMaster1.xml" Id="Ra47285ef1eb0456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3baf8d5757244ad" /><Relationship Type="http://schemas.openxmlformats.org/officeDocument/2006/relationships/notesMaster" Target="/ppt/notesMasters/notesMaster1.xml" Id="Rc881b0a68e7f440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22e473fac604186" /><Relationship Type="http://schemas.openxmlformats.org/officeDocument/2006/relationships/notesMaster" Target="/ppt/notesMasters/notesMaster1.xml" Id="Rdd3835e84b23476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6db27e207cb45f2" /><Relationship Type="http://schemas.openxmlformats.org/officeDocument/2006/relationships/notesMaster" Target="/ppt/notesMasters/notesMaster1.xml" Id="Re1098236ebca4b8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7efc0b7aa1149f0" /><Relationship Type="http://schemas.openxmlformats.org/officeDocument/2006/relationships/notesMaster" Target="/ppt/notesMasters/notesMaster1.xml" Id="Ra4844436f9474f0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4a926e2db294eee" /><Relationship Type="http://schemas.openxmlformats.org/officeDocument/2006/relationships/notesMaster" Target="/ppt/notesMasters/notesMaster1.xml" Id="R2879397b939644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歡迎回到父子科技學院，我是陳犀牛，今天是番外篇，要介紹爸爸放在網路上的開源專案；這是依專案公開的程式和文件製作的介紹，並非實際使用錄音。</ns0:t>
            </ns0:r>
          </ns0:p>
          <ns1:p xmlns:ns1="http://schemas.openxmlformats.org/drawingml/2006/main">
            <ns1:r>
              <ns1:t>它的名字叫 Family Recorder，翻成中文，就是家庭記錄器。</ns1:t>
            </ns1:r>
          </ns1:p>
          <ns2:p xmlns:ns2="http://schemas.openxmlformats.org/drawingml/2006/main">
            <ns2:r>
              <ns2:t>家裡的一句叮嚀、半夜想到的點子，常常說完幾秒就忘了；它想做的，就是把這些話留下來，而且把隱私放在第一位。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https://github.com/pcpcchen-coder/FamilyRecorder/blob/ff76063ab82fc3884bfe898f45a010372d97607d/README.md</ns4:t>
            </ns4:r>
          </ns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它做事只有三個步驟。第一步是聽：桌上的麥克風一直聽，每三十秒切成一小段。</ns0:t>
            </ns0:r>
          </ns0:p>
          <ns1:p xmlns:ns1="http://schemas.openxmlformats.org/drawingml/2006/main">
            <ns1:r>
              <ns1:t>第二步是寫：電腦自己把有人說話的片段變成文字，不用上網。</ns1:t>
            </ns1:r>
          </ns1:p>
          <ns2:p xmlns:ns2="http://schemas.openxmlformats.org/drawingml/2006/main">
            <ns2:r>
              <ns2:t>第三步是整理：每天半夜十二點十分，把前一天的逐字稿整理成摘要，早上起床就能看。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https://github.com/pcpcchen-coder/FamilyRecorder/blob/ff76063ab82fc3884bfe898f45a010372d97607d/README.md</ns4:t>
            </ns4:r>
          </ns4:p>
          <ns5:p xmlns:ns5="http://schemas.openxmlformats.org/drawingml/2006/main">
            <ns5:r>
              <ns5:t>https://github.com/pcpcchen-coder/FamilyRecorder/blob/ff76063ab82fc3884bfe898f45a010372d97607d/config.example.yaml</ns5:t>
            </ns5:r>
          </ns5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要讓它上班，需要準備三樣東西。第一，一支有四個麥克風的陣列，可以聽出聲音從哪個方向來。</ns0:t>
            </ns0:r>
          </ns0:p>
          <ns1:p xmlns:ns1="http://schemas.openxmlformats.org/drawingml/2006/main">
            <ns1:r>
              <ns1:t>第二，一台使用蘋果晶片的 Mac，負責辨識和存檔。</ns1:t>
            </ns1:r>
          </ns1:p>
          <ns2:p xmlns:ns2="http://schemas.openxmlformats.org/drawingml/2006/main">
            <ns2:r>
              <ns2:t>第三，想要每天的摘要，就用官方工具 Codex，登入自己的 ChatGPT 帳號；不需要另外申請程式用的金鑰。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https://github.com/pcpcchen-coder/FamilyRecorder/blob/ff76063ab82fc3884bfe898f45a010372d97607d/docs/getting-started.md</ns4:t>
            </ns4:r>
          </ns4:p>
          <ns5:p xmlns:ns5="http://schemas.openxmlformats.org/drawingml/2006/main">
            <ns5:r>
              <ns5:t>https://github.com/pcpcchen-coder/FamilyRecorder/blob/ff76063ab82fc3884bfe898f45a010372d97607d/README.md</ns5:t>
            </ns5:r>
          </ns5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它有四個本事。第一是守門：先判斷這三十秒有沒有人在說話；安靜的時候，不存聲音，也不送去辨識。</ns0:t>
            </ns0:r>
          </ns0:p>
          <ns1:p xmlns:ns1="http://schemas.openxmlformats.org/drawingml/2006/main">
            <ns1:r>
              <ns1:t>第二是聽寫：語音辨識程式 Whisper，直接在這台電腦裡，把話變成文字。</ns1:t>
            </ns1:r>
          </ns1:p>
          <ns2:p xmlns:ns2="http://schemas.openxmlformats.org/drawingml/2006/main">
            <ns2:r>
              <ns2:t>第三是防幻覺，第四是認聲音：猜猜看，這段話可能是誰說的、從哪個方向傳來。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https://github.com/pcpcchen-coder/FamilyRecorder/blob/ff76063ab82fc3884bfe898f45a010372d97607d/README.md</ns4:t>
            </ns4:r>
          </ns4:p>
          <ns5:p xmlns:ns5="http://schemas.openxmlformats.org/drawingml/2006/main">
            <ns5:r>
              <ns5:t>https://github.com/pcpcchen-coder/FamilyRecorder/blob/ff76063ab82fc3884bfe898f45a010372d97607d/docs/privacy.md</ns5:t>
            </ns5:r>
          </ns5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一般的雲端錄音服務，會把聲音檔上傳到別人的伺服器去辨識。</ns0:t>
            </ns0:r>
          </ns0:p>
          <ns1:p xmlns:ns1="http://schemas.openxmlformats.org/drawingml/2006/main">
            <ns1:r>
              <ns1:t>這個專案剛好相反：原始聲音、聲音特徵和資料庫，通通留在這台電腦裡。</ns1:t>
            </ns1:r>
          </ns1:p>
          <ns2:p xmlns:ns2="http://schemas.openxmlformats.org/drawingml/2006/main">
            <ns2:r>
              <ns2:t>每天只有一份逐字稿的文字，會送到你自己的帳號去整理；連這個都不想要，也可以關掉摘要，整套變成完全離線。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https://github.com/pcpcchen-coder/FamilyRecorder/blob/ff76063ab82fc3884bfe898f45a010372d97607d/README.md</ns4:t>
            </ns4:r>
          </ns4:p>
          <ns5:p xmlns:ns5="http://schemas.openxmlformats.org/drawingml/2006/main">
            <ns5:r>
              <ns5:t>https://github.com/pcpcchen-coder/FamilyRecorder/blob/ff76063ab82fc3884bfe898f45a010372d97607d/docs/privacy.md</ns5:t>
            </ns5:r>
          </ns5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還記得第十二堂的幻覺嗎？語音辨識也會幻覺：房間很安靜，或是只有冷氣在響，它卻可能寫出一句根本沒人說過的話。</ns0:t>
            </ns0:r>
          </ns0:p>
          <ns1:p xmlns:ns1="http://schemas.openxmlformats.org/drawingml/2006/main">
            <ns1:r>
              <ns1:t>所以它設了好幾道關卡：看麥克風硬體有沒有聽到人聲、看背景噪音、看辨識的信心分數，一模一樣的句子一再冒出來也要攔。</ns1:t>
            </ns1:r>
          </ns1:p>
          <ns2:p xmlns:ns2="http://schemas.openxmlformats.org/drawingml/2006/main">
            <ns2:r>
              <ns2:t>被攔下來的句子不會丟掉，而是寫進一份檢查紀錄，事後可以查；而且它不封鎖任何特定的句子。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https://github.com/pcpcchen-coder/FamilyRecorder/blob/ff76063ab82fc3884bfe898f45a010372d97607d/config.example.yaml</ns4:t>
            </ns4:r>
          </ns4:p>
          <ns5:p xmlns:ns5="http://schemas.openxmlformats.org/drawingml/2006/main">
            <ns5:r>
              <ns5:t>https://github.com/pcpcchen-coder/FamilyRecorder/blob/ff76063ab82fc3884bfe898f45a010372d97607d/README.md</ns5:t>
            </ns5:r>
          </ns5:p>
          <ns6:p xmlns:ns6="http://schemas.openxmlformats.org/drawingml/2006/main">
            <ns6:r>
              <ns6:t>https://github.com/pcpcchen-coder/FamilyRecorder/blob/ff76063ab82fc3884bfe898f45a010372d97607d/docs/privacy.md</ns6:t>
            </ns6:r>
          </ns6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再來是認聲音。每位家人先錄十五秒的聲音樣本，電腦只留下聲音的特徵，那段錄音不保留。</ns0:t>
            </ns0:r>
          </ns0:p>
          <ns1:p xmlns:ns1="http://schemas.openxmlformats.org/drawingml/2006/main">
            <ns1:r>
              <ns1:t>麥克風陣列還會回報，聲音是從哪個角度傳來；音色和方向，是兩份獨立的線索，一起寫在逐字稿上。</ns1:t>
            </ns1:r>
          </ns1:p>
          <ns2:p xmlns:ns2="http://schemas.openxmlformats.org/drawingml/2006/main">
            <ns2:r>
              <ns2:t>所以逐字稿上寫的是可能說話者，而不是確認身分；它不能拿來開門、付款，也不能當成證據。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https://github.com/pcpcchen-coder/FamilyRecorder/blob/ff76063ab82fc3884bfe898f45a010372d97607d/docs/speakers.md</ns4:t>
            </ns4:r>
          </ns4:p>
          <ns5:p xmlns:ns5="http://schemas.openxmlformats.org/drawingml/2006/main">
            <ns5:r>
              <ns5:t>https://github.com/pcpcchen-coder/FamilyRecorder/blob/ff76063ab82fc3884bfe898f45a010372d97607d/config.example.yaml</ns5:t>
            </ns5:r>
          </ns5:p>
          <ns6:p xmlns:ns6="http://schemas.openxmlformats.org/drawingml/2006/main">
            <ns6:r>
              <ns6:t>https://github.com/pcpcchen-coder/FamilyRecorder/blob/ff76063ab82fc3884bfe898f45a010372d97607d/docs/privacy.md</ns6:t>
            </ns6:r>
          </ns6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一台一直開著麥克風的電腦，值得相信嗎？這個專案的答案是：要能自己檢查，而不是只聽承諾。</ns0:t>
            </ns0:r>
          </ns0:p>
          <ns1:p xmlns:ns1="http://schemas.openxmlformats.org/drawingml/2006/main">
            <ns1:r>
              <ns1:t>負責摘要的程式裡，根本沒有讀取聲音檔的功能；每次請 Codex 整理，都在唯讀、用完就丟的暫時環境裡進行。</ns1:t>
            </ns1:r>
          </ns1:p>
          <ns2:p xmlns:ns2="http://schemas.openxmlformats.org/drawingml/2006/main">
            <ns2:r>
              <ns2:t>文件裡還附了指令，讓你自己確認，安靜的時候，真的沒有存下任何聲音檔。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https://github.com/pcpcchen-coder/FamilyRecorder/blob/ff76063ab82fc3884bfe898f45a010372d97607d/docs/privacy.md</ns4:t>
            </ns4:r>
          </ns4:p>
          <ns5:p xmlns:ns5="http://schemas.openxmlformats.org/drawingml/2006/main">
            <ns5:r>
              <ns5:t>https://github.com/pcpcchen-coder/FamilyRecorder/blob/ff76063ab82fc3884bfe898f45a010372d97607d/src/family_recorder/summary.py</ns5:t>
            </ns5:r>
          </ns5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它的核心，其實是一台當下記錄器；換掉整理用的提示詞，它就能做不同的事。</ns0:t>
            </ns0:r>
          </ns0:p>
          <ns1:p xmlns:ns1="http://schemas.openxmlformats.org/drawingml/2006/main">
            <ns1:r>
              <ns1:t>家庭聲音日誌已經完整做好；家教的課後複習、夢境和半夜靈感的記錄，換一份提示詞，今天就能試。</ns1:t>
            </ns1:r>
          </ns1:p>
          <ns2:p xmlns:ns2="http://schemas.openxmlformats.org/drawingml/2006/main">
            <ns2:r>
              <ns2:t>不過有一件事絕對不行：不能拿它來監控任何人，它也不提供偷偷錄音的功能。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https://github.com/pcpcchen-coder/FamilyRecorder/blob/ff76063ab82fc3884bfe898f45a010372d97607d/docs/use-cases.md</ns4:t>
            </ns4:r>
          </ns4:p>
          <ns5:p xmlns:ns5="http://schemas.openxmlformats.org/drawingml/2006/main">
            <ns5:r>
              <ns5:t>https://github.com/pcpcchen-coder/FamilyRecorder/blob/ff76063ab82fc3884bfe898f45a010372d97607d/README.md</ns5:t>
            </ns5:r>
          </ns5:p>
          <ns6:p xmlns:ns6="http://schemas.openxmlformats.org/drawingml/2006/main">
            <ns6:r>
              <ns6:t>https://github.com/pcpcchen-coder/FamilyRecorder/blob/ff76063ab82fc3884bfe898f45a010372d97607d/docs/privacy.md</ns6:t>
            </ns6:r>
          </ns6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早上起床，你會看到三樣東西。第一是逐字稿，每一段都有時間、可能的說話者和聲音的方向。</ns0:t>
            </ns0:r>
          </ns0:p>
          <ns1:p xmlns:ns1="http://schemas.openxmlformats.org/drawingml/2006/main">
            <ns1:r>
              <ns1:t>第二是每日摘要：事件時間軸、待辦事項，還有一段一百字以內的重點。</ns1:t>
            </ns1:r>
          </ns1:p>
          <ns2:p xmlns:ns2="http://schemas.openxmlformats.org/drawingml/2006/main">
            <ns2:r>
              <ns2:t>第三是行事曆的候選事件，例如下週三的親師座談會；預設要你一筆一筆確認，才會真的加進行事曆。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https://github.com/pcpcchen-coder/FamilyRecorder/blob/ff76063ab82fc3884bfe898f45a010372d97607d/README.md</ns4:t>
            </ns4:r>
          </ns4:p>
          <ns5:p xmlns:ns5="http://schemas.openxmlformats.org/drawingml/2006/main">
            <ns5:r>
              <ns5:t>https://github.com/pcpcchen-coder/FamilyRecorder/blob/ff76063ab82fc3884bfe898f45a010372d97607d/docs/daily-summary.md</ns5:t>
            </ns5:r>
          </ns5:p>
          <ns6:p xmlns:ns6="http://schemas.openxmlformats.org/drawingml/2006/main">
            <ns6:r>
              <ns6:t>https://github.com/pcpcchen-coder/FamilyRecorder/blob/ff76063ab82fc3884bfe898f45a010372d97607d/config.example.yaml</ns6:t>
            </ns6:r>
          </ns6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我們跟著一句話走一趟。假設晚上七點四十分，有人在客廳說：明天記得去拿包裹。</ns0:t>
            </ns0:r>
          </ns0:p>
          <ns1:p xmlns:ns1="http://schemas.openxmlformats.org/drawingml/2006/main">
            <ns1:r>
              <ns1:t>這三十秒有人說話，所以通過守門，在電腦裡變成文字，寫進當天的逐字稿，標上可能的說話者和方向。</ns1:t>
            </ns1:r>
          </ns1:p>
          <ns2:p xmlns:ns2="http://schemas.openxmlformats.org/drawingml/2006/main">
            <ns2:r>
              <ns2:t>半夜十二點十分，整理程式把它放進前一天的摘要；早上你一打開，就會在待辦事項裡看到它。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https://github.com/pcpcchen-coder/FamilyRecorder/blob/ff76063ab82fc3884bfe898f45a010372d97607d/README.md</ns4:t>
            </ns4:r>
          </ns4:p>
          <ns5:p xmlns:ns5="http://schemas.openxmlformats.org/drawingml/2006/main">
            <ns5:r>
              <ns5:t>https://github.com/pcpcchen-coder/FamilyRecorder/blob/ff76063ab82fc3884bfe898f45a010372d97607d/config.example.yaml</ns5:t>
            </ns5:r>
          </ns5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最後，留三個問題給你和家人。第一，哪些話值得被記住？哪些話，你希望它不要記？</ns0:t>
            </ns0:r>
          </ns0:p>
          <ns1:p xmlns:ns1="http://schemas.openxmlformats.org/drawingml/2006/main">
            <ns1:r>
              <ns1:t>第二，要在家裡收音，每個人都同意了嗎？客人來的時候怎麼辦？第三，大家都知道怎麼按暫停嗎？</ns1:t>
            </ns1:r>
          </ns1:p>
          <ns2:p xmlns:ns2="http://schemas.openxmlformats.org/drawingml/2006/main">
            <ns2:r>
              <ns2:t>這些問題，正好是下一堂正課的主題：我們家的科技公約；我是陳犀牛，保持好奇，我們下次見！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https://github.com/pcpcchen-coder/FamilyRecorder/blob/ff76063ab82fc3884bfe898f45a010372d97607d/docs/use-cases.md</ns4:t>
            </ns4:r>
          </ns4:p>
          <ns5:p xmlns:ns5="http://schemas.openxmlformats.org/drawingml/2006/main">
            <ns5:r>
              <ns5:t>https://github.com/pcpcchen-coder/FamilyRecorder/blob/ff76063ab82fc3884bfe898f45a010372d97607d/docs/menu-bar.md</ns5:t>
            </ns5:r>
          </ns5:p>
          <ns6:p xmlns:ns6="http://schemas.openxmlformats.org/drawingml/2006/main">
            <ns6:r>
              <ns6:t>lessons/L014/lesson.json</ns6:t>
            </ns6:r>
          </ns6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42e03d71fb4c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512989e5794e8e" /><Relationship Type="http://schemas.openxmlformats.org/officeDocument/2006/relationships/slideLayout" Target="/ppt/slideLayouts/slideLayout1.xml" Id="R01a482d4b8e447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a482d4b8e447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0a216ea8054d9b" /><Relationship Type="http://schemas.openxmlformats.org/officeDocument/2006/relationships/image" Target="/ppt/media/image.png" Id="Rbca4e52f8e0146e2" /><Relationship Type="http://schemas.openxmlformats.org/officeDocument/2006/relationships/notesSlide" Target="/ppt/notesSlides/notesSlide1.xml" Id="Rc6043144aa3745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b7a6bd9200494c" /><Relationship Type="http://schemas.openxmlformats.org/officeDocument/2006/relationships/notesSlide" Target="/ppt/notesSlides/notesSlide2.xml" Id="R62f52c685e0543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d78bbb918141ab" /><Relationship Type="http://schemas.openxmlformats.org/officeDocument/2006/relationships/image" Target="/ppt/media/image2.png" Id="Rec23f7c286e54276" /><Relationship Type="http://schemas.openxmlformats.org/officeDocument/2006/relationships/notesSlide" Target="/ppt/notesSlides/notesSlide3.xml" Id="R154a8cc8c06d4c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d87ded7a2a4638" /><Relationship Type="http://schemas.openxmlformats.org/officeDocument/2006/relationships/notesSlide" Target="/ppt/notesSlides/notesSlide4.xml" Id="Re40bfdfa35b945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a185b7b7dd4fa3" /><Relationship Type="http://schemas.openxmlformats.org/officeDocument/2006/relationships/notesSlide" Target="/ppt/notesSlides/notesSlide5.xml" Id="R3e0ba43c70dc44d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10d0cc4a2649e6" /><Relationship Type="http://schemas.openxmlformats.org/officeDocument/2006/relationships/notesSlide" Target="/ppt/notesSlides/notesSlide6.xml" Id="Rf44d2045cb9b496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dcbf5b26534f49" /><Relationship Type="http://schemas.openxmlformats.org/officeDocument/2006/relationships/notesSlide" Target="/ppt/notesSlides/notesSlide7.xml" Id="Rce2e5e22c150416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af8929889540e5" /><Relationship Type="http://schemas.openxmlformats.org/officeDocument/2006/relationships/notesSlide" Target="/ppt/notesSlides/notesSlide8.xml" Id="R4096185b08b948c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ab5ad502fc443c" /><Relationship Type="http://schemas.openxmlformats.org/officeDocument/2006/relationships/notesSlide" Target="/ppt/notesSlides/notesSlide9.xml" Id="Re86d4aeeaf9c48e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5fbaad4520438c" /><Relationship Type="http://schemas.openxmlformats.org/officeDocument/2006/relationships/image" Target="/ppt/media/image3.png" Id="R975aaaee3a564bfb" /><Relationship Type="http://schemas.openxmlformats.org/officeDocument/2006/relationships/notesSlide" Target="/ppt/notesSlides/notesSlide10.xml" Id="R64cb8e182fa2477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0a098c5db24b6c" /><Relationship Type="http://schemas.openxmlformats.org/officeDocument/2006/relationships/notesSlide" Target="/ppt/notesSlides/notesSlide11.xml" Id="Rb386007287c74a0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84b097f0224479" /><Relationship Type="http://schemas.openxmlformats.org/officeDocument/2006/relationships/image" Target="/ppt/media/image4.png" Id="Rd0245ce9480844b8" /><Relationship Type="http://schemas.openxmlformats.org/officeDocument/2006/relationships/notesSlide" Target="/ppt/notesSlides/notesSlide12.xml" Id="Rdd399b867a354cdf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95FB6F-14E0-475B-BF4B-B88AB782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9B8E06-E7FB-459B-A44A-F0234620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013C84-ED01-4C2B-86C9-EF26FF57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CE275A-40A8-4D33-948B-547187BC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FAMILY RECORDER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49E491-2F41-46FB-9A31-0F0F7609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SP002 · 01/12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BBA164-E856-44B9-A42B-1107C702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63D37F-BB8F-4146-92E7-32AF5A8E7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FamilyRecorder：家裡的當下記錄器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C0F41E-3799-459D-9A13-E32D02B1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9E9924-92DB-436D-8F7B-98E42426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19200"/>
            <a:ext cx="609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番外篇 SP002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471F37-8ACE-469E-A741-AF301162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905000"/>
            <a:ext cx="857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575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4575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FamilyRecorder</a:t>
            </a:r>
          </a:p>
          <a:p xmlns:a="http://schemas.openxmlformats.org/drawingml/2006/main">
            <a:pPr>
              <a:defRPr sz="4575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4575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家裡的當下記錄器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59F7BD-9752-41C4-BA80-944206D1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聲音留在家，每天只有文字出門一次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140ADE-9E81-466D-AB92-F0788019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番外篇  ·  依公開專案製作的介紹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a4e52f8e0146e2"/>
          <a:stretch xmlns:a="http://schemas.openxmlformats.org/drawingml/2006/main"/>
        </p:blipFill>
        <p:spPr>
          <a:xfrm xmlns:a="http://schemas.openxmlformats.org/drawingml/2006/main">
            <a:off x="7905934" y="3276600"/>
            <a:ext cx="3923932" cy="220838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569016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5A8FDF-0A26-4AB5-9D52-0FA904780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340C0D-229D-4A52-9A08-FD018C4B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3D5C34-F886-4E17-BB12-C3FAC5B0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04A3E2-C971-4D96-9860-74C3D879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FAMILY RECORDER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551D3D-E13F-47B0-9162-3F898E17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SP002 · 02/12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1426FB-E164-4DEC-B08D-E30D9A31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87DAC1-9B87-404E-8AAE-F15C303E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FamilyRecorder：家裡的當下記錄器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B1BC82-69E0-407E-B693-88FB7DFA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101A07-E021-4D16-812A-A59902B5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聽、寫、整理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F2A1F9-F217-4B1C-B31F-32D8F4E7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每天自動跑一圈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D8C5F4-E88E-40FF-A201-19945C4B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81300"/>
            <a:ext cx="2952750" cy="1971675"/>
          </a:xfrm>
          <a:prstGeom xmlns:a="http://schemas.openxmlformats.org/drawingml/2006/main" prst="roundRect">
            <a:avLst>
              <a:gd name="adj" fmla="val 6763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F72F21-E0AD-430B-9164-ED9F625A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43225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01 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0DBF8D-D7BF-4DAA-B14C-0FF82851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86150"/>
            <a:ext cx="2571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麥克風一直聽</a:t>
            </a:r>
          </a:p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每 30 秒一段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A351D7-1303-4008-BCCC-ACAE4B2C0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505200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B159D6-9798-4EB5-AD1D-C80C201F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81300"/>
            <a:ext cx="2952750" cy="1971675"/>
          </a:xfrm>
          <a:prstGeom xmlns:a="http://schemas.openxmlformats.org/drawingml/2006/main" prst="roundRect">
            <a:avLst>
              <a:gd name="adj" fmla="val 6763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CE4443-04FD-44CB-86A5-BDE27468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943225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02 寫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4384A8-4A5D-41D2-A421-29C7BA74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486150"/>
            <a:ext cx="2571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電腦自己把話</a:t>
            </a:r>
          </a:p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變成文字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5391EA-D475-4AF5-B429-F5C98821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505200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D77F44-9521-4837-B5D9-DD8CA601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781300"/>
            <a:ext cx="3714750" cy="1971675"/>
          </a:xfrm>
          <a:prstGeom xmlns:a="http://schemas.openxmlformats.org/drawingml/2006/main" prst="roundRect">
            <a:avLst>
              <a:gd name="adj" fmla="val 6763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FFC12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4C3E51-BD62-4CF2-8454-77D2A5CD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4322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03 整理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46D56C-250D-4215-A3D8-D9230A0F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486150"/>
            <a:ext cx="3333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每天 00:10</a:t>
            </a:r>
          </a:p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整理成摘要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C59ACD-30E4-48C5-8ADE-8F66868B0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今天的主角：FamilyRecorder</a:t>
            </a:r>
          </a:p>
        </p:txBody>
      </p:sp>
    </p:spTree>
    <p:extLst>
      <p:ext uri="{BB962C8B-B14F-4D97-AF65-F5344CB8AC3E}">
        <p14:creationId xmlns:p14="http://schemas.microsoft.com/office/powerpoint/2010/main" val="2135673015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CBAA85-7BCE-4397-9C31-1B021B5E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FB59EF-386A-4282-942F-3AF04A3E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6D2E1A-3824-401C-A4E8-B6C9C608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2A4ED8-8BC9-4FFE-A8C5-F23DAA58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FAMILY RECORDER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7437CF-9118-435F-99C4-507F6A1C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SP002 · 03/12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C147E9-E943-4D0E-9622-E48021D08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11516A-4913-4D46-963F-390D4A34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FamilyRecorder：家裡的當下記錄器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EEE8F7-F6EC-44F4-8B52-2A48DA97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EEF589-74D1-44C7-87A1-B5A5DFBC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需要準備的三樣東西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6DA111-FC0E-4CD3-8431-6034FB964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麥克風、電腦、帳號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FE4ECE-62BC-4828-B2F4-542932545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85BD05-AD46-4B5D-8A2E-3649FFCC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495550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四麥克風陣列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1DDBB2-E2F9-4C47-B861-88060588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981325"/>
            <a:ext cx="685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XVF3800：聽得出聲音的方向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993BFF-EB17-4426-8E50-7A4FDB6B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AD1378-FE3A-4E5A-B7A8-5E05607D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524250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Apple 晶片的 Mac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89B2F8-CD8B-490E-A0D8-CC271D64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010025"/>
            <a:ext cx="685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macOS 13 以上，負責辨識和存檔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C1F8D6-8833-48B6-BBC2-45CDEBF4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CCD6D1-37AB-4D6A-9BF0-FC910251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552950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ChatGPT 帳號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244EB0-F044-4212-8D30-F2FB68ED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038725"/>
            <a:ext cx="685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要每日摘要才需要；不需要 API 金鑰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23f7c286e54276"/>
          <a:stretch xmlns:a="http://schemas.openxmlformats.org/drawingml/2006/main"/>
        </p:blipFill>
        <p:spPr>
          <a:xfrm xmlns:a="http://schemas.openxmlformats.org/drawingml/2006/main">
            <a:off x="9067923" y="3028950"/>
            <a:ext cx="2619129" cy="147404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818341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673393-EFB5-4A98-86E7-A558CAF66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402777-7C0B-4C2B-82B1-9221AED7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6EA910-FEAB-4772-8D2F-23EA5F60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AEF2EE-5F1D-4CB7-A63C-1A6A38CC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FAMILY RECORDER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02EB7E-31AD-40B2-B8F6-209B239E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SP002 · 04/12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786C83-64FD-4F3B-9866-611EEBB5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1456A0-A883-44BB-A110-018AC976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FamilyRecorder：家裡的當下記錄器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8C1631-6816-4C34-8D2C-37618339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02B4DF-6175-43AC-A2CA-E797BE30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四個本事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573212-295F-4664-9509-BEE0CBFD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每一段聲音都要過這四關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89E95D-FD05-4BA5-8315-2E10EF66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505075"/>
            <a:ext cx="10858500" cy="2419350"/>
          </a:xfrm>
          <a:prstGeom xmlns:a="http://schemas.openxmlformats.org/drawingml/2006/main" prst="roundRect">
            <a:avLst>
              <a:gd name="adj" fmla="val 6299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1982C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0F7010-BCD9-4AFE-B3EE-F2CF21B49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447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四個本事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C4C19A-623F-4463-8828-28E46AB2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86125"/>
            <a:ext cx="2333625" cy="1123950"/>
          </a:xfrm>
          <a:prstGeom xmlns:a="http://schemas.openxmlformats.org/drawingml/2006/main" prst="roundRect">
            <a:avLst>
              <a:gd name="adj" fmla="val 11017"/>
            </a:avLst>
          </a:prstGeom>
          <a:solidFill xmlns:a="http://schemas.openxmlformats.org/drawingml/2006/main">
            <a:srgbClr val="092944"/>
          </a:solidFill>
          <a:ln xmlns:a="http://schemas.openxmlformats.org/drawingml/2006/main" w="14288">
            <a:solidFill>
              <a:srgbClr val="FFC12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4E39EA-96C9-44A7-9404-C155E50C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194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守門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0D4E72-DB1F-45C4-9A15-C387F5EE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有人說話才存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DEEE00-B13F-4CCA-8135-429F95AB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86125"/>
            <a:ext cx="2333625" cy="1123950"/>
          </a:xfrm>
          <a:prstGeom xmlns:a="http://schemas.openxmlformats.org/drawingml/2006/main" prst="roundRect">
            <a:avLst>
              <a:gd name="adj" fmla="val 11017"/>
            </a:avLst>
          </a:prstGeom>
          <a:solidFill xmlns:a="http://schemas.openxmlformats.org/drawingml/2006/main">
            <a:srgbClr val="092944"/>
          </a:solidFill>
          <a:ln xmlns:a="http://schemas.openxmlformats.org/drawingml/2006/main" w="14288">
            <a:solidFill>
              <a:srgbClr val="1982C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FB9014-432E-46FB-8E54-67A4D120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194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聽寫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319C4A-A0DE-48C4-96B5-29AE0107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05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在本機變成文字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EB9631-D6B6-4A83-AA68-4FB40C48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86125"/>
            <a:ext cx="2333625" cy="1123950"/>
          </a:xfrm>
          <a:prstGeom xmlns:a="http://schemas.openxmlformats.org/drawingml/2006/main" prst="roundRect">
            <a:avLst>
              <a:gd name="adj" fmla="val 11017"/>
            </a:avLst>
          </a:prstGeom>
          <a:solidFill xmlns:a="http://schemas.openxmlformats.org/drawingml/2006/main">
            <a:srgbClr val="092944"/>
          </a:solidFill>
          <a:ln xmlns:a="http://schemas.openxmlformats.org/drawingml/2006/main" w="14288">
            <a:solidFill>
              <a:srgbClr val="1982C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C93E69-D9F1-4C4A-9504-B6F4F5C9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194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防幻覺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F8B02D-2AEA-4B5F-B77F-9133A2E8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05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攔下沒人說的話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7B213E-4BBA-443B-B52A-2F0FE625B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286125"/>
            <a:ext cx="2333625" cy="1123950"/>
          </a:xfrm>
          <a:prstGeom xmlns:a="http://schemas.openxmlformats.org/drawingml/2006/main" prst="roundRect">
            <a:avLst>
              <a:gd name="adj" fmla="val 11017"/>
            </a:avLst>
          </a:prstGeom>
          <a:solidFill xmlns:a="http://schemas.openxmlformats.org/drawingml/2006/main">
            <a:srgbClr val="092944"/>
          </a:solidFill>
          <a:ln xmlns:a="http://schemas.openxmlformats.org/drawingml/2006/main" w="14288">
            <a:solidFill>
              <a:srgbClr val="1982C4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716258-A662-4C89-AD41-DBF59C820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4194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認聲音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6C6751-BE75-4F38-9317-129A2428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905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可能是誰、從哪來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A31B5B-E3AB-4F86-B881-463F10D3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安靜的時候：不存聲音，也不辨識</a:t>
            </a:r>
          </a:p>
        </p:txBody>
      </p:sp>
    </p:spTree>
    <p:extLst>
      <p:ext uri="{BB962C8B-B14F-4D97-AF65-F5344CB8AC3E}">
        <p14:creationId xmlns:p14="http://schemas.microsoft.com/office/powerpoint/2010/main" val="1678544267"/>
      </p:ext>
    </p:extLst>
  </p:cSld>
</p:sld>
</file>

<file path=ppt/slides/slide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D9F304-5B6E-4ECF-9C90-00D9788A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FF9A5A-BAF0-48F5-8990-5B4A8823F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49EFC3-C31E-45EE-B1B3-984F4AA3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ED9757-3F1B-4EFC-992A-837BB3EF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FAMILY RECORDER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B66B9D-8E05-45B5-82DA-8E9FD63A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SP002 · 05/12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3715D2-4CE7-40FA-817E-4D2AA1B23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F1C166-E003-442E-AA6F-006BA2D2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FamilyRecorder：家裡的當下記錄器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DBC8BB-ED2E-4B38-841F-74B41F4D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ED210A-0D1B-4434-8D88-EE5D6C7AE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聲音留在家，文字才出門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3FE0B1-EF4E-4A6B-8B95-70AE4FE1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和一般雲端錄音服務比一比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CC8878-AA73-4717-B152-A4033C43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95575"/>
            <a:ext cx="4572000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FA5FEF-1937-4F06-AE5E-DBFE5CD5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一般雲端錄音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0450EB-4721-488F-8518-507520B2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0425"/>
            <a:ext cx="4191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把聲音檔上傳去辨識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84B9AA-5B9C-493B-ADB8-F9342A0DC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295650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5C7207-8BF9-4412-A538-E8FA9152B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695575"/>
            <a:ext cx="5191125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FFC12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F3D441-7B42-4FB2-830B-2EF474F2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857500"/>
            <a:ext cx="481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FamilyRecorder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5F7FE2-EF33-45DA-994E-E2CAD94C9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400425"/>
            <a:ext cx="4810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聲音留在 Mac，只送文字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FE027F-CF90-4BEF-9893-80F73FCF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57750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原始聲音、聲音特徵、資料庫：不出門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A7DACC-C28D-410C-8463-2B7822D0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逐字稿文字每天一次，送到自己的帳號</a:t>
            </a:r>
          </a:p>
        </p:txBody>
      </p:sp>
    </p:spTree>
    <p:extLst>
      <p:ext uri="{BB962C8B-B14F-4D97-AF65-F5344CB8AC3E}">
        <p14:creationId xmlns:p14="http://schemas.microsoft.com/office/powerpoint/2010/main" val="1748632481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5CC505-827E-41D4-9607-7E613B32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318ACC-7141-480D-820C-C3F98286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FEB4CE-2EEE-40A7-A9FF-D5BCDCFF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CA6196-CC6C-4F4E-ABF5-49B768CE7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FAMILY RECORDER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F9441B-FD9D-4183-90B0-6ABBDAFC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SP002 · 06/12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B4F94E-BB68-40AF-9813-92882719E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038368-0361-4B17-B135-10368D2B1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FamilyRecorder：家裡的當下記錄器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84872B-9405-4FBD-8519-2660383A1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125D58-E48F-431E-B98B-E05B67B7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防幻覺：還記得第十二堂嗎？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080AC9-E85A-4F31-B65B-69E4611B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安靜的房間，也可能被寫出一句話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DEC8F4-D741-43B8-8D37-74F21379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71775"/>
            <a:ext cx="3143250" cy="2133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2E7DFA-F49D-4C24-BB72-4E8D6ECC3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01 硬體把關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9765E2-BB14-4FF4-84F9-F5472B80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27622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麥克風有沒有聽到人聲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CB0193-26D1-4FF9-9571-F4304C1C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771775"/>
            <a:ext cx="3381375" cy="2133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CFFBBC-8F43-4582-B2ED-DDC2D7CC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933700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02 看信心分數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7A2E4A-F98B-446F-8042-7B3B6951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476625"/>
            <a:ext cx="3000375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辨識得有沒有把握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06EF27-5373-4150-A8CC-546189BD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771775"/>
            <a:ext cx="3800475" cy="2133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FFC12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7CF9E8-F094-4279-9DCB-E9D202677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33700"/>
            <a:ext cx="3419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03 攔重複句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9BF58E-3020-4D61-9A71-E7BB22E8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476625"/>
            <a:ext cx="3419475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一樣的話一直冒出來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83D278-8FC4-479D-BED8-9F94B176A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攔下的句子寫進檢查紀錄，不丟掉</a:t>
            </a:r>
          </a:p>
        </p:txBody>
      </p:sp>
    </p:spTree>
    <p:extLst>
      <p:ext uri="{BB962C8B-B14F-4D97-AF65-F5344CB8AC3E}">
        <p14:creationId xmlns:p14="http://schemas.microsoft.com/office/powerpoint/2010/main" val="255296773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251821-E1D9-4F03-A1F4-58B80515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C21B96-4AF8-4FFE-9598-72396F5D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86763A-8B6A-4AEE-B4D6-D399CDF2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295050-216F-4E2C-951C-27F9F6DF4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FAMILY RECORDER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483EEB-6C1E-4954-8118-BB8AF8B9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SP002 · 07/12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65969B-502F-4613-9C38-1EF27BB3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C725B5-4AFF-4554-8AF7-E3273294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FamilyRecorder：家裡的當下記錄器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384212-33D0-4FFD-9430-01D6311D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3E2F9A-C11B-4B52-BFEE-8118887B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可能是誰？從哪裡來？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B2D851-0FBC-430A-842A-E4228DF2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音色和方向，兩份獨立的線索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DAAECC-07C8-45DE-8974-8DAD05B7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193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15 秒樣本  →  音色特徵  +  方向角度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379B45-47FC-4B91-A804-6BED237C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81375" cy="1514475"/>
          </a:xfrm>
          <a:prstGeom xmlns:a="http://schemas.openxmlformats.org/drawingml/2006/main" prst="roundRect">
            <a:avLst>
              <a:gd name="adj" fmla="val 8805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A0C263-39F0-4496-BB70-27E6867D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95675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音色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920E7B-4075-4D36-B91B-E7CBAEC2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38600"/>
            <a:ext cx="300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像不像已註冊的家人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49639E-237F-4D24-9252-44D72F55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333750"/>
            <a:ext cx="3381375" cy="1514475"/>
          </a:xfrm>
          <a:prstGeom xmlns:a="http://schemas.openxmlformats.org/drawingml/2006/main" prst="roundRect">
            <a:avLst>
              <a:gd name="adj" fmla="val 8805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FFC12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E6DC0F-8650-47A6-8290-C8F07E88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495675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方向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7068CF-B684-4C28-8645-48F0073F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038600"/>
            <a:ext cx="300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聲音從幾度傳來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3BEBEC-F150-47DA-83DF-FCC1AECE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33750"/>
            <a:ext cx="3381375" cy="1514475"/>
          </a:xfrm>
          <a:prstGeom xmlns:a="http://schemas.openxmlformats.org/drawingml/2006/main" prst="roundRect">
            <a:avLst>
              <a:gd name="adj" fmla="val 8805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AD5544-71E6-438E-BC72-577FF005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95675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逐字稿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29F0AB-628F-44FA-8E2A-A386F789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38600"/>
            <a:ext cx="300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寫可能說話者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DE8EF5-DFCD-4843-AF21-C32A2DF6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不是確認身分：不能拿來開門、付款或當證據</a:t>
            </a:r>
          </a:p>
        </p:txBody>
      </p:sp>
    </p:spTree>
    <p:extLst>
      <p:ext uri="{BB962C8B-B14F-4D97-AF65-F5344CB8AC3E}">
        <p14:creationId xmlns:p14="http://schemas.microsoft.com/office/powerpoint/2010/main" val="931827616"/>
      </p:ext>
    </p:extLst>
  </p:cSld>
</p:sld>
</file>

<file path=ppt/slides/slide8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086372-F30A-4E13-B18F-DA1C8BBE8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B76E11-4BDC-43B6-A636-CE205284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E9053B-AE9A-4D1D-9C0B-0C66CEA3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C7B777-2BEB-4890-A16C-B6681D57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FAMILY RECORDER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D894C7-02C7-413C-B65C-598C4536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SP002 · 08/12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0B2A5D-D21B-4EE7-964F-D3FCC14B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F107DA-CD42-468D-9FA7-69E71743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FamilyRecorder：家裡的當下記錄器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2EF73F-8C05-4998-8A61-E53FB3E3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6DAD61-383E-4599-B570-C9F7F7E7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隱私承諾：能檢查，才可信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A584D7-C49F-492A-A10C-E6C48574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一台一直開著麥克風的電腦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59AC0F-B4F0-4C2F-8A05-CEBFD31C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19375"/>
            <a:ext cx="58102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一、原始聲音：永遠留在 Mac</a:t>
            </a:r>
          </a:p>
          <a:p xmlns:a="http://schemas.openxmlformats.org/drawingml/2006/main">
            <a:pPr>
              <a:defRPr sz="24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二、聲音特徵：只存在本機</a:t>
            </a:r>
          </a:p>
          <a:p xmlns:a="http://schemas.openxmlformats.org/drawingml/2006/main">
            <a:pPr>
              <a:defRPr sz="24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三、逐字稿文字：每天出門一次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C5D711-648B-4721-913D-5EB2AF9E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571750"/>
            <a:ext cx="3810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為什麼可以相信？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3D1310-8F0F-4C22-B1CE-A6A3D019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276600"/>
            <a:ext cx="4171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摘要程式沒有讀聲音檔的功能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012752-C9A3-486F-9001-48423A3E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943350"/>
            <a:ext cx="42767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文件附了指令</a:t>
            </a:r>
          </a:p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可以自己檢查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BB7009-842C-4AA9-8CC6-458B48B8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先取得每個人的同意，再開始收音</a:t>
            </a:r>
          </a:p>
        </p:txBody>
      </p:sp>
    </p:spTree>
    <p:extLst>
      <p:ext uri="{BB962C8B-B14F-4D97-AF65-F5344CB8AC3E}">
        <p14:creationId xmlns:p14="http://schemas.microsoft.com/office/powerpoint/2010/main" val="1620250031"/>
      </p:ext>
    </p:extLst>
  </p:cSld>
</p:sld>
</file>

<file path=ppt/slides/slide9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4B4CB7-C0AF-4496-8CB0-D1603C7F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62D067-1474-44F4-8964-C1EADECA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B3C13C-A50A-468A-89EF-2126ED33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CD4894-4F66-4BDA-BC3D-167C59A5E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FAMILY RECORDER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F5E446-75CA-46F0-90CC-7CDB62CE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SP002 · 09/12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E8641B-9445-488A-9859-8D4390D1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B4117B-9818-4A06-A8EE-2C68CFA6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FamilyRecorder：家裡的當下記錄器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7EA854-6195-4340-B051-434E2603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B71742-6C30-47F4-84D4-DE550986F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換提示詞，換用途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C30A55-51BB-4C3D-B3CC-A1DA3CBD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核心是一台當下記錄器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6EFEA1-1686-442B-92CE-84B5BB01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609850"/>
            <a:ext cx="5105400" cy="2409825"/>
          </a:xfrm>
          <a:prstGeom xmlns:a="http://schemas.openxmlformats.org/drawingml/2006/main" prst="roundRect">
            <a:avLst>
              <a:gd name="adj" fmla="val 5534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243D0C-6171-40DC-BD0D-E24D8D18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771775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已完成：家庭聲音日誌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02D87F-A3EC-4A17-8CA4-8C4E0E11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314700"/>
            <a:ext cx="47244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事件時間軸、待辦</a:t>
            </a:r>
          </a:p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行事曆候選事件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C58341-7262-4B9E-9B93-83DC37DB5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609850"/>
            <a:ext cx="5429250" cy="2409825"/>
          </a:xfrm>
          <a:prstGeom xmlns:a="http://schemas.openxmlformats.org/drawingml/2006/main" prst="roundRect">
            <a:avLst>
              <a:gd name="adj" fmla="val 5534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FFC12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ABC0F4-18AE-4011-A539-1EF681B1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71775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換提示詞就能試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2699C2-1693-457E-8A0A-524E5D8BE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14700"/>
            <a:ext cx="50482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家教課後複習</a:t>
            </a:r>
          </a:p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夢境與半夜靈感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C9B7AD-6296-4A99-B4B6-3C4EC7FD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不能用來監控任何人，也不偷偷錄音</a:t>
            </a:r>
          </a:p>
        </p:txBody>
      </p:sp>
    </p:spTree>
    <p:extLst>
      <p:ext uri="{BB962C8B-B14F-4D97-AF65-F5344CB8AC3E}">
        <p14:creationId xmlns:p14="http://schemas.microsoft.com/office/powerpoint/2010/main" val="418818207"/>
      </p:ext>
    </p:extLst>
  </p:cSld>
</p:sld>
</file>

<file path=ppt/slides/slide10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C5B7C4-5F33-4569-88B4-3E002E98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787322-E497-4E0D-B109-208A5C93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E142D4-9C36-4B23-A35A-1EB02F43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CE7724-8444-4710-A45F-7D9E7D65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FAMILY RECORDER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474DA5-F4EE-46D9-BA36-3F71AE41F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SP002 · 10/12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C9DCE5-E499-49C7-82F7-7E7BC91C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8027B8-47E0-4742-8670-DD051391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FamilyRecorder：家裡的當下記錄器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47E136-9364-4408-AF3A-AE6865E4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739A64-F7AD-466E-A819-A9CBC7CA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早上會看到什麼？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581646-7949-4EC5-BED3-760BEED78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三份產出，存在你的 Mac 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6C069D-F973-4AB0-915A-85C6B3E0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6975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023E3A-DF33-4AA6-BF77-C7119076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466975"/>
            <a:ext cx="719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逐字稿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EF6DB7-1362-43E6-8363-4B8FC29E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952750"/>
            <a:ext cx="7191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時間、可能說話者、聲音方向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BCE7AC-A886-4081-BD27-AAC24AF1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A3F3F9-D4A9-48E1-AAD6-EB326106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533775"/>
            <a:ext cx="719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每日摘要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5D7F50-72A2-4CE9-95C9-D58E9B09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019550"/>
            <a:ext cx="7191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事件時間軸、待辦、一百字重點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F942DB-8D66-44E8-A58D-C09C9384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0575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6B270F-2B19-4B8D-AD20-CD3E7EE1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600575"/>
            <a:ext cx="719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行事曆候選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9B412F-1F6A-4310-BA7C-B1FF21FC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086350"/>
            <a:ext cx="7191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一筆一筆確認，才會加進去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5aaaee3a564bfb"/>
          <a:stretch xmlns:a="http://schemas.openxmlformats.org/drawingml/2006/main"/>
        </p:blipFill>
        <p:spPr>
          <a:xfrm xmlns:a="http://schemas.openxmlformats.org/drawingml/2006/main">
            <a:off x="9153641" y="3114675"/>
            <a:ext cx="2476267" cy="139364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795977"/>
      </p:ext>
    </p:extLst>
  </p:cSld>
</p:sld>
</file>

<file path=ppt/slides/slide1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F51C18-A484-46C6-845A-F5C3F0CD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83D445-12DF-4E92-92B7-7B6A17E6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374B48-6E4B-43C8-8DCE-E7405175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DB3135-DFAD-4B49-A573-BB63F3D2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FAMILY RECORDER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C8C7EC-753E-4A1E-B5B5-7BE508D49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SP002 · 11/12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C08CA8-39CD-4689-A571-221AF81C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0F0A9C-C984-41CB-87B3-74E55748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FamilyRecorder：家裡的當下記錄器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80C8D9-F12D-46AA-A86D-BBFD6F55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D26D23-7DBF-4478-9196-8CDCF0E62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一句話的旅程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C2477D-626C-4649-A0A0-D0EA8189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假設有人說：明天記得去拿包裹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DBBE76-5A41-48EC-8D4C-7E7836EE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19450"/>
            <a:ext cx="5143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EB5EF3-7919-4E05-A5BC-D4C324A0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66975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19:40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CFF5A3-9AB1-4DDA-8142-74AC936E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46697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客廳說一句話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878743-5D95-4521-AB3A-638A6356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81475"/>
            <a:ext cx="5143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B1D721-B5E9-460F-BA0A-A842A5EE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29000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30 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E4F9ED-549E-418F-9972-620B5CF7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429000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守門：有人在說話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40B275-99F2-4801-8203-B21A73D4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43500"/>
            <a:ext cx="5143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F028C8-58CC-41E9-80EA-5943D832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91025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本機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92CEBD-B221-4602-8E16-30EEE11A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39102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Whisper 變成文字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B106B7-2C47-40DB-8316-9A5EB799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219450"/>
            <a:ext cx="5143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A74511-469A-47D4-84E6-D5871DC6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466975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逐字稿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88C673-CC9A-459C-8AB4-899D319B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46697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時間、可能是誰、方向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6D7487-5325-405B-9463-F193CF66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181475"/>
            <a:ext cx="5143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189E7A-EAD4-4474-97F6-7CA36323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429000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00:10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6E1E7A-714D-4FD0-AEDE-F663603F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429000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整理前一天的摘要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91C3B7-895F-4D8B-A841-66108D6E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5143500"/>
            <a:ext cx="5143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D5A8D4-4138-4215-B4CD-84035840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391025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早上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E6CA23-7C02-45F8-9BF7-B8EC55A9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39102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在待辦事項看到它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CC1EEE-5F17-482D-B05B-00F33EE7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番外篇重點：先取得同意，再開始收音</a:t>
            </a:r>
          </a:p>
        </p:txBody>
      </p:sp>
    </p:spTree>
    <p:extLst>
      <p:ext uri="{BB962C8B-B14F-4D97-AF65-F5344CB8AC3E}">
        <p14:creationId xmlns:p14="http://schemas.microsoft.com/office/powerpoint/2010/main" val="761124881"/>
      </p:ext>
    </p:extLst>
  </p:cSld>
</p:sld>
</file>

<file path=ppt/slides/slide1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717C6A-C66C-46F0-9F5F-1077E8B0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8FAEBA-AA94-416E-BA8A-501C0A68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1BE332-40E7-4029-9F70-3C83E537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FB8E47-F5D4-4F9F-A124-32ACFBEB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FAMILY RECORDER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1305CB-A0EB-4F56-B2C6-91B32CC8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SP002 · 12/12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EA4645-DD68-464F-834F-DA00DBDEE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4A87DB-074B-48A0-8ED7-FA81BDBB0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FamilyRecorder：家裡的當下記錄器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1BFB36-9853-48AF-9BA9-9132950F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630854-BCC8-499F-9FF6-9E015FCA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帶回家的三個問題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B77FC5-1932-447B-B973-D104DE46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暫停影片，和家人一起想一想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CC3625-631C-4C75-A075-486BA7CF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69B1CB-D308-47BF-8E1C-FD04568C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438400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哪些話值得記住？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9211DD-350E-486C-BD5E-5A2FD5FBD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924175"/>
            <a:ext cx="752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哪些話希望它不要記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45B44A-7151-480C-8FF8-1D3DE68A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26E6D0-719A-48B6-A673-3B1205CB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438525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每個人都同意了嗎？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4B9D58-DE7E-4C3F-83B8-65AFA4B99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924300"/>
            <a:ext cx="752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客人來的時候怎麼辦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F01D8A-ADA3-4C68-8B67-C62753E2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BBB444-7494-4930-8312-1F9BCF14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438650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誰知道怎麼按暫停？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715264-D608-4CE4-8E34-5F40A619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924425"/>
            <a:ext cx="752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選單列就能暫停錄音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245ce9480844b8"/>
          <a:stretch xmlns:a="http://schemas.openxmlformats.org/drawingml/2006/main"/>
        </p:blipFill>
        <p:spPr>
          <a:xfrm xmlns:a="http://schemas.openxmlformats.org/drawingml/2006/main">
            <a:off x="9010780" y="2867025"/>
            <a:ext cx="2761991" cy="1554446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127016-B0D0-4E31-A739-B3D936D2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381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保持好奇，我們下次見！</a:t>
            </a:r>
          </a:p>
        </p:txBody>
      </p:sp>
    </p:spTree>
    <p:extLst>
      <p:ext uri="{BB962C8B-B14F-4D97-AF65-F5344CB8AC3E}">
        <p14:creationId xmlns:p14="http://schemas.microsoft.com/office/powerpoint/2010/main" val="7708598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2026-09-27T07:18:22.0520000Z</dcterms:created>
  <dcterms:modified xsi:type="dcterms:W3CDTF">2026-09-27T07:18:22.0530000Z</dcterms:modified>
</coreProperties>
</file>