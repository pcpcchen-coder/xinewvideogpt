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988a24aafe451e" /><Relationship Type="http://schemas.openxmlformats.org/officeDocument/2006/relationships/extended-properties" Target="/docProps/app.xml" Id="R89e96513bbe04724" /><Relationship Type="http://schemas.openxmlformats.org/officeDocument/2006/relationships/officeDocument" Target="/ppt/presentation.xml" Id="Rac0ba3e5e13e4c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206fbd42a047d8"/>
  </p:sldMasterIdLst>
  <p:notesMasterIdLst>
    <p:notesMasterId xmlns:r="http://schemas.openxmlformats.org/officeDocument/2006/relationships" r:id="Refa0495f597e460d"/>
  </p:notesMasterIdLst>
  <p:sldIdLst>
    <p:sldId xmlns:r="http://schemas.openxmlformats.org/officeDocument/2006/relationships" id="256" r:id="R49f6f5a24bd647a8"/>
    <p:sldId xmlns:r="http://schemas.openxmlformats.org/officeDocument/2006/relationships" id="257" r:id="R88628df68a374ef0"/>
    <p:sldId xmlns:r="http://schemas.openxmlformats.org/officeDocument/2006/relationships" id="258" r:id="Rd27480d80eb343c1"/>
    <p:sldId xmlns:r="http://schemas.openxmlformats.org/officeDocument/2006/relationships" id="259" r:id="R5757ca2db59c437c"/>
    <p:sldId xmlns:r="http://schemas.openxmlformats.org/officeDocument/2006/relationships" id="260" r:id="R8642c9da82294e9e"/>
    <p:sldId xmlns:r="http://schemas.openxmlformats.org/officeDocument/2006/relationships" id="261" r:id="R55c6f5b785bc40c6"/>
    <p:sldId xmlns:r="http://schemas.openxmlformats.org/officeDocument/2006/relationships" id="262" r:id="R714657ef8fec4c99"/>
    <p:sldId xmlns:r="http://schemas.openxmlformats.org/officeDocument/2006/relationships" id="263" r:id="R11a87a17727342c9"/>
    <p:sldId xmlns:r="http://schemas.openxmlformats.org/officeDocument/2006/relationships" id="264" r:id="R4189eb7daf9648d3"/>
    <p:sldId xmlns:r="http://schemas.openxmlformats.org/officeDocument/2006/relationships" id="265" r:id="R5eeaeb7b63ef4161"/>
    <p:sldId xmlns:r="http://schemas.openxmlformats.org/officeDocument/2006/relationships" id="266" r:id="Rcb59e5ea54904e50"/>
    <p:sldId xmlns:r="http://schemas.openxmlformats.org/officeDocument/2006/relationships" id="267" r:id="Rc97f0bfbfab649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ed54bdca8c42da" /><Relationship Type="http://schemas.openxmlformats.org/officeDocument/2006/relationships/slideMaster" Target="/ppt/slideMasters/slideMaster1.xml" Id="Rf9206fbd42a047d8" /><Relationship Type="http://schemas.openxmlformats.org/officeDocument/2006/relationships/notesMaster" Target="/ppt/notesMasters/notesMaster1.xml" Id="Refa0495f597e460d" /><Relationship Type="http://schemas.openxmlformats.org/officeDocument/2006/relationships/presProps" Target="/ppt/presProps.xml" Id="R3814497235de494e" /><Relationship Type="http://schemas.openxmlformats.org/officeDocument/2006/relationships/tableStyles" Target="/ppt/tableStyles.xml" Id="R1fe61fdcf3e64d9e" /><Relationship Type="http://schemas.openxmlformats.org/officeDocument/2006/relationships/slide" Target="/ppt/slides/slide1.xml" Id="R49f6f5a24bd647a8" /><Relationship Type="http://schemas.openxmlformats.org/officeDocument/2006/relationships/slide" Target="/ppt/slides/slide2.xml" Id="R88628df68a374ef0" /><Relationship Type="http://schemas.openxmlformats.org/officeDocument/2006/relationships/slide" Target="/ppt/slides/slide3.xml" Id="Rd27480d80eb343c1" /><Relationship Type="http://schemas.openxmlformats.org/officeDocument/2006/relationships/slide" Target="/ppt/slides/slide4.xml" Id="R5757ca2db59c437c" /><Relationship Type="http://schemas.openxmlformats.org/officeDocument/2006/relationships/slide" Target="/ppt/slides/slide5.xml" Id="R8642c9da82294e9e" /><Relationship Type="http://schemas.openxmlformats.org/officeDocument/2006/relationships/slide" Target="/ppt/slides/slide6.xml" Id="R55c6f5b785bc40c6" /><Relationship Type="http://schemas.openxmlformats.org/officeDocument/2006/relationships/slide" Target="/ppt/slides/slide7.xml" Id="R714657ef8fec4c99" /><Relationship Type="http://schemas.openxmlformats.org/officeDocument/2006/relationships/slide" Target="/ppt/slides/slide8.xml" Id="R11a87a17727342c9" /><Relationship Type="http://schemas.openxmlformats.org/officeDocument/2006/relationships/slide" Target="/ppt/slides/slide9.xml" Id="R4189eb7daf9648d3" /><Relationship Type="http://schemas.openxmlformats.org/officeDocument/2006/relationships/slide" Target="/ppt/slides/slide10.xml" Id="R5eeaeb7b63ef4161" /><Relationship Type="http://schemas.openxmlformats.org/officeDocument/2006/relationships/slide" Target="/ppt/slides/slide11.xml" Id="Rcb59e5ea54904e50" /><Relationship Type="http://schemas.openxmlformats.org/officeDocument/2006/relationships/slide" Target="/ppt/slides/slide12.xml" Id="Rc97f0bfbfab649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1c5c1ae04d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354bf412b4ff9" /><Relationship Type="http://schemas.openxmlformats.org/officeDocument/2006/relationships/notesMaster" Target="/ppt/notesMasters/notesMaster1.xml" Id="R59bd68112d5242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4d30af8e944d3e" /><Relationship Type="http://schemas.openxmlformats.org/officeDocument/2006/relationships/notesMaster" Target="/ppt/notesMasters/notesMaster1.xml" Id="Rafd47ed5ff1a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2518e16404235" /><Relationship Type="http://schemas.openxmlformats.org/officeDocument/2006/relationships/notesMaster" Target="/ppt/notesMasters/notesMaster1.xml" Id="Rd63c22441ec64f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923db918b841ad" /><Relationship Type="http://schemas.openxmlformats.org/officeDocument/2006/relationships/notesMaster" Target="/ppt/notesMasters/notesMaster1.xml" Id="R7941520217ca40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810193bdd4164" /><Relationship Type="http://schemas.openxmlformats.org/officeDocument/2006/relationships/notesMaster" Target="/ppt/notesMasters/notesMaster1.xml" Id="R79b9bd633e3140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55848a748243c0" /><Relationship Type="http://schemas.openxmlformats.org/officeDocument/2006/relationships/notesMaster" Target="/ppt/notesMasters/notesMaster1.xml" Id="Rde134264ff8d43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6a6949d1274af6" /><Relationship Type="http://schemas.openxmlformats.org/officeDocument/2006/relationships/notesMaster" Target="/ppt/notesMasters/notesMaster1.xml" Id="Ra47285ef1eb045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baf8d5757244ad" /><Relationship Type="http://schemas.openxmlformats.org/officeDocument/2006/relationships/notesMaster" Target="/ppt/notesMasters/notesMaster1.xml" Id="Rc881b0a68e7f44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2e473fac604186" /><Relationship Type="http://schemas.openxmlformats.org/officeDocument/2006/relationships/notesMaster" Target="/ppt/notesMasters/notesMaster1.xml" Id="Rdd3835e84b2347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27e207cb45f2" /><Relationship Type="http://schemas.openxmlformats.org/officeDocument/2006/relationships/notesMaster" Target="/ppt/notesMasters/notesMaster1.xml" Id="Re1098236ebca4b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efc0b7aa1149f0" /><Relationship Type="http://schemas.openxmlformats.org/officeDocument/2006/relationships/notesMaster" Target="/ppt/notesMasters/notesMaster1.xml" Id="Ra4844436f9474f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a926e2db294eee" /><Relationship Type="http://schemas.openxmlformats.org/officeDocument/2006/relationships/notesMaster" Target="/ppt/notesMasters/notesMaster1.xml" Id="R2879397b939644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從原建置程式還原之模板頁</a:t>
            </a:r>
          </a:p>
          <a:p xmlns:a="http://schemas.openxmlformats.org/drawingml/2006/main">
            <a:r>
              <a:t>原 L001 旁白未包含在接續包；此檔僅用於還原版型，不作 L001 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pipeline/scripts/build_l001.mjs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教學示意；不是系統截圖。依課程表原創，非實際課堂逐字稿。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從原建置程式還原之模板頁</a:t>
            </a:r>
          </a:p>
          <a:p xmlns:a="http://schemas.openxmlformats.org/drawingml/2006/main">
            <a:r>
              <a:t>原 L001 旁白未包含在接續包；此檔僅用於還原版型，不作 L001 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pipeline/scripts/build_l001.mjs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教學示意；不是系統截圖。依課程表原創，非實際課堂逐字稿。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從原建置程式還原之模板頁</a:t>
            </a:r>
          </a:p>
          <a:p xmlns:a="http://schemas.openxmlformats.org/drawingml/2006/main">
            <a:r>
              <a:t>原 L001 旁白未包含在接續包；此檔僅用於還原版型，不作 L001 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pipeline/scripts/build_l001.mjs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教學示意；不是系統截圖。依課程表原創，非實際課堂逐字稿。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從原建置程式還原之模板頁</a:t>
            </a:r>
          </a:p>
          <a:p xmlns:a="http://schemas.openxmlformats.org/drawingml/2006/main">
            <a:r>
              <a:t>原 L001 旁白未包含在接續包；此檔僅用於還原版型，不作 L001 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pipeline/scripts/build_l001.mjs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教學示意；不是系統截圖。依課程表原創，非實際課堂逐字稿。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從原建置程式還原之模板頁</a:t>
            </a:r>
          </a:p>
          <a:p xmlns:a="http://schemas.openxmlformats.org/drawingml/2006/main">
            <a:r>
              <a:t>原 L001 旁白未包含在接續包；此檔僅用於還原版型，不作 L001 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pipeline/scripts/build_l001.mjs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教學示意；不是系統截圖。依課程表原創，非實際課堂逐字稿。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從原建置程式還原之模板頁</a:t>
            </a:r>
          </a:p>
          <a:p xmlns:a="http://schemas.openxmlformats.org/drawingml/2006/main">
            <a:r>
              <a:t>原 L001 旁白未包含在接續包；此檔僅用於還原版型，不作 L001 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pipeline/scripts/build_l001.mjs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教學示意；不是系統截圖。依課程表原創，非實際課堂逐字稿。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從原建置程式還原之模板頁</a:t>
            </a:r>
          </a:p>
          <a:p xmlns:a="http://schemas.openxmlformats.org/drawingml/2006/main">
            <a:r>
              <a:t>原 L001 旁白未包含在接續包；此檔僅用於還原版型，不作 L001 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pipeline/scripts/build_l001.mjs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教學示意；不是系統截圖。依課程表原創，非實際課堂逐字稿。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從原建置程式還原之模板頁</a:t>
            </a:r>
          </a:p>
          <a:p xmlns:a="http://schemas.openxmlformats.org/drawingml/2006/main">
            <a:r>
              <a:t>原 L001 旁白未包含在接續包；此檔僅用於還原版型，不作 L001 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pipeline/scripts/build_l001.mjs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教學示意；不是系統截圖。依課程表原創，非實際課堂逐字稿。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從原建置程式還原之模板頁</a:t>
            </a:r>
          </a:p>
          <a:p xmlns:a="http://schemas.openxmlformats.org/drawingml/2006/main">
            <a:r>
              <a:t>原 L001 旁白未包含在接續包；此檔僅用於還原版型，不作 L001 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pipeline/scripts/build_l001.mjs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教學示意；不是系統截圖。依課程表原創，非實際課堂逐字稿。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從原建置程式還原之模板頁</a:t>
            </a:r>
          </a:p>
          <a:p xmlns:a="http://schemas.openxmlformats.org/drawingml/2006/main">
            <a:r>
              <a:t>原 L001 旁白未包含在接續包；此檔僅用於還原版型，不作 L001 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pipeline/scripts/build_l001.mjs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教學示意；不是系統截圖。依課程表原創，非實際課堂逐字稿。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從原建置程式還原之模板頁</a:t>
            </a:r>
          </a:p>
          <a:p xmlns:a="http://schemas.openxmlformats.org/drawingml/2006/main">
            <a:r>
              <a:t>原 L001 旁白未包含在接續包；此檔僅用於還原版型，不作 L001 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pipeline/scripts/build_l001.mjs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教學示意；不是系統截圖。依課程表原創，非實際課堂逐字稿。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從原建置程式還原之模板頁</a:t>
            </a:r>
          </a:p>
          <a:p xmlns:a="http://schemas.openxmlformats.org/drawingml/2006/main">
            <a:r>
              <a:t>原 L001 旁白未包含在接續包；此檔僅用於還原版型，不作 L001 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pipeline/scripts/build_l001.mjs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教學示意；不是系統截圖。依課程表原創，非實際課堂逐字稿。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2e03d71fb4c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512989e5794e8e" /><Relationship Type="http://schemas.openxmlformats.org/officeDocument/2006/relationships/slideLayout" Target="/ppt/slideLayouts/slideLayout1.xml" Id="R01a482d4b8e4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a482d4b8e4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216ea8054d9b" /><Relationship Type="http://schemas.openxmlformats.org/officeDocument/2006/relationships/image" Target="/ppt/media/image.png" Id="Rbca4e52f8e0146e2" /><Relationship Type="http://schemas.openxmlformats.org/officeDocument/2006/relationships/notesSlide" Target="/ppt/notesSlides/notesSlide1.xml" Id="Rc6043144aa3745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7a6bd9200494c" /><Relationship Type="http://schemas.openxmlformats.org/officeDocument/2006/relationships/notesSlide" Target="/ppt/notesSlides/notesSlide2.xml" Id="R62f52c685e05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78bbb918141ab" /><Relationship Type="http://schemas.openxmlformats.org/officeDocument/2006/relationships/image" Target="/ppt/media/image2.png" Id="Rec23f7c286e54276" /><Relationship Type="http://schemas.openxmlformats.org/officeDocument/2006/relationships/notesSlide" Target="/ppt/notesSlides/notesSlide3.xml" Id="R154a8cc8c06d4c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87ded7a2a4638" /><Relationship Type="http://schemas.openxmlformats.org/officeDocument/2006/relationships/notesSlide" Target="/ppt/notesSlides/notesSlide4.xml" Id="Re40bfdfa35b945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185b7b7dd4fa3" /><Relationship Type="http://schemas.openxmlformats.org/officeDocument/2006/relationships/notesSlide" Target="/ppt/notesSlides/notesSlide5.xml" Id="R3e0ba43c70dc44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0d0cc4a2649e6" /><Relationship Type="http://schemas.openxmlformats.org/officeDocument/2006/relationships/notesSlide" Target="/ppt/notesSlides/notesSlide6.xml" Id="Rf44d2045cb9b49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cbf5b26534f49" /><Relationship Type="http://schemas.openxmlformats.org/officeDocument/2006/relationships/notesSlide" Target="/ppt/notesSlides/notesSlide7.xml" Id="Rce2e5e22c15041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f8929889540e5" /><Relationship Type="http://schemas.openxmlformats.org/officeDocument/2006/relationships/notesSlide" Target="/ppt/notesSlides/notesSlide8.xml" Id="R4096185b08b948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b5ad502fc443c" /><Relationship Type="http://schemas.openxmlformats.org/officeDocument/2006/relationships/notesSlide" Target="/ppt/notesSlides/notesSlide9.xml" Id="Re86d4aeeaf9c48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baad4520438c" /><Relationship Type="http://schemas.openxmlformats.org/officeDocument/2006/relationships/image" Target="/ppt/media/image3.png" Id="R975aaaee3a564bfb" /><Relationship Type="http://schemas.openxmlformats.org/officeDocument/2006/relationships/notesSlide" Target="/ppt/notesSlides/notesSlide10.xml" Id="R64cb8e182fa247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098c5db24b6c" /><Relationship Type="http://schemas.openxmlformats.org/officeDocument/2006/relationships/notesSlide" Target="/ppt/notesSlides/notesSlide11.xml" Id="Rb386007287c74a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4b097f0224479" /><Relationship Type="http://schemas.openxmlformats.org/officeDocument/2006/relationships/image" Target="/ppt/media/image4.png" Id="Rd0245ce9480844b8" /><Relationship Type="http://schemas.openxmlformats.org/officeDocument/2006/relationships/notesSlide" Target="/ppt/notesSlides/notesSlide12.xml" Id="Rdd399b867a354cd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FB6F-14E0-475B-BF4B-B88AB782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8E06-E7FB-459B-A44A-F0234620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13C84-ED01-4C2B-86C9-EF26FF57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275A-40A8-4D33-948B-547187BC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9E491-2F41-46FB-9A31-0F0F7609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L001 · 01/12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BA164-E856-44B9-A42B-1107C702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3D37F-BB8F-4146-92E7-32AF5A8E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 MacBook 變成我的工作站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0F41E-3799-459D-9A13-E32D02B1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9E9924-92DB-436D-8F7B-98E42426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609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開學任務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71F37-8ACE-469E-A741-AF301162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05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把 MacBook</a:t>
            </a:r>
          </a:p>
          <a:p xmlns:a="http://schemas.openxmlformats.org/drawingml/2006/main">
            <a:pPr>
              <a:def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4575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變成我的工作站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9F7BD-9752-41C4-BA80-944206D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設定好工具，存好作品，自己找回來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40ADE-9E81-466D-AB92-F0788019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75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第一堂  ·  可暫停跟做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4e52f8e0146e2"/>
          <a:stretch xmlns:a="http://schemas.openxmlformats.org/drawingml/2006/main"/>
        </p:blipFill>
        <p:spPr>
          <a:xfrm xmlns:a="http://schemas.openxmlformats.org/drawingml/2006/main">
            <a:off x="7905934" y="3276600"/>
            <a:ext cx="3923932" cy="22083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69016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A8FDF-0A26-4AB5-9D52-0FA90478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40C0D-229D-4A52-9A08-FD018C4B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3D5C34-F886-4E17-BB12-C3FAC5B0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4A3E2-C971-4D96-9860-74C3D879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51D3D-E13F-47B0-9162-3F898E17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L001 · 02/12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426FB-E164-4DEC-B08D-E30D9A31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7DAC1-9B87-404E-8AAE-F15C303E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 MacBook 變成我的工作站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1BC82-69E0-407E-B693-88FB7DFA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01A07-E021-4D16-812A-A59902B5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三個任務，解鎖工作站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2A1F9-F217-4B1C-B31F-32D8F4E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每完成一項，就向爸爸說明你做了什麼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8C5F4-E88E-40FF-A201-19945C4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2F21-E0AD-430B-9164-ED9F625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 個人帳號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DBF8D-D7BF-4DAA-B14C-0FF82851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有自己的設定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知道誰能管理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351D7-1303-4008-BCCC-ACAE4B2C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B159D6-9798-4EB5-AD1D-C80C201F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952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4443-04FD-44CB-86A5-BDE27468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432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02 常用工具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384A8-4A5D-41D2-A421-29C7BA74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8615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找得到 App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能切換中英文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391EA-D475-4AF5-B429-F5C98821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052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77F44-9521-4837-B5D9-DD8CA60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14750" cy="1971675"/>
          </a:xfrm>
          <a:prstGeom xmlns:a="http://schemas.openxmlformats.org/drawingml/2006/main" prst="roundRect">
            <a:avLst>
              <a:gd name="adj" fmla="val 6763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C3E51-BD62-4CF2-8454-77D2A5CD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432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 作品的家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6D56C-250D-4215-A3D8-D9230A0F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333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建立課程資料夾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儲存後重新打開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59ACD-30E4-48C5-8ADE-8F66868B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先取一個探險代號，例如「海洋探險家」</a:t>
            </a:r>
          </a:p>
        </p:txBody>
      </p:sp>
    </p:spTree>
    <p:extLst>
      <p:ext uri="{BB962C8B-B14F-4D97-AF65-F5344CB8AC3E}">
        <p14:creationId xmlns:p14="http://schemas.microsoft.com/office/powerpoint/2010/main" val="213567301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CBAA85-7BCE-4397-9C31-1B021B5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B59EF-386A-4282-942F-3AF04A3E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D2E1A-3824-401C-A4E8-B6C9C608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A4ED8-8BC9-4FFE-A8C5-F23DAA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437CF-9118-435F-99C4-507F6A1C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L001 · 03/12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47E9-E943-4D0E-9622-E48021D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1516A-4913-4D46-963F-390D4A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 MacBook 變成我的工作站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EE8F7-F6EC-44F4-8B52-2A48DA9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EF589-74D1-44C7-87A1-B5A5DFBC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先有自己的登入帳號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A111-FC0E-4CD3-8431-6034FB9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已有自己的帳號，就確認能登入，不必重建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4ECE-62BC-4828-B2F4-54293254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5BD05-AD46-4B5D-8A2E-3649FFCC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爸爸開啟系統設定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DDBB2-E2F9-4C47-B861-88060588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813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使用者與群組 → 加入使用者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993BFF-EB17-4426-8E50-7A4FDB6B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D1378-FE3A-4E5A-B7A8-5E05607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242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孩子使用標準帳號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9B2F8-CD8B-490E-A0D8-CC271D64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00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自己的桌面、檔案與設定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1F8D6-8833-48B6-BBC2-45CDEBF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CD6D1-37AB-4D6A-9BF0-FC910251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5529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爸爸保留管理者帳號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244EB0-F044-4212-8D30-F2FB68ED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38725"/>
            <a:ext cx="685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密碼不出現在教學錄影中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3f7c286e54276"/>
          <a:stretch xmlns:a="http://schemas.openxmlformats.org/drawingml/2006/main"/>
        </p:blipFill>
        <p:spPr>
          <a:xfrm xmlns:a="http://schemas.openxmlformats.org/drawingml/2006/main">
            <a:off x="9067923" y="3028950"/>
            <a:ext cx="2619129" cy="147404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8341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73393-EFB5-4A98-86E7-A558CAF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02777-7C0B-4C2B-82B1-9221AED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6EA910-FEAB-4772-8D2F-23EA5F6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AEF2EE-5F1D-4CB7-A63C-1A6A38CC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2EB7E-31AD-40B2-B8F6-209B239E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L001 · 04/12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86C83-64FD-4F3B-9866-611EEBB5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456A0-A883-44BB-A110-018AC97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 MacBook 變成我的工作站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C1631-6816-4C34-8D2C-3761833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2B4DF-6175-43AC-A2CA-E797BE30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桌面是工作桌，Dock 是工具入口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73212-295F-4664-9509-BEE0CBFD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開啟 App → Control 點按圖示 → 選項 → 保留在 Dock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9E95D-FD05-4BA5-8315-2E10EF66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505075"/>
            <a:ext cx="10858500" cy="2419350"/>
          </a:xfrm>
          <a:prstGeom xmlns:a="http://schemas.openxmlformats.org/drawingml/2006/main" prst="roundRect">
            <a:avLst>
              <a:gd name="adj" fmla="val 6299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0F7010-BCD9-4AFE-B3EE-F2CF21B4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5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Dock 教學示意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4C19A-623F-4463-8828-28E46AB2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39EA-96C9-44A7-9404-C155E50C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Finder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D4E72-DB1F-45C4-9A15-C387F5EE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整理檔案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EE00-B13F-4CCA-8135-429F95A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FB9014-432E-46FB-8E54-67A4D120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Safari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319C4A-A0DE-48C4-96B5-29AE0107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瀏覽網頁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B9631-D6B6-4A83-AA68-4FB40C4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93E69-D9F1-4C4A-9504-B6F4F5C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文字編輯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F8B02D-2AEA-4B5F-B77F-9133A2E8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寫下想法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213E-4BBA-443B-B52A-2F0FE625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86125"/>
            <a:ext cx="2333625" cy="1123950"/>
          </a:xfrm>
          <a:prstGeom xmlns:a="http://schemas.openxmlformats.org/drawingml/2006/main" prst="roundRect">
            <a:avLst>
              <a:gd name="adj" fmla="val 11017"/>
            </a:avLst>
          </a:prstGeom>
          <a:solidFill xmlns:a="http://schemas.openxmlformats.org/drawingml/2006/main">
            <a:srgbClr val="092944"/>
          </a:solidFill>
          <a:ln xmlns:a="http://schemas.openxmlformats.org/drawingml/2006/main" w="14288">
            <a:solidFill>
              <a:srgbClr val="198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16258-A662-4C89-AD41-DBF59C8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194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系統設定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6C6751-BE75-4F38-9317-129A242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05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725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調整電腦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A31B5B-E3AB-4F86-B881-463F10D3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試試拖曳排列順序；移除 Dock 圖示不等於刪除 App</a:t>
            </a:r>
          </a:p>
        </p:txBody>
      </p:sp>
    </p:spTree>
    <p:extLst>
      <p:ext uri="{BB962C8B-B14F-4D97-AF65-F5344CB8AC3E}">
        <p14:creationId xmlns:p14="http://schemas.microsoft.com/office/powerpoint/2010/main" val="1678544267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304-5B6E-4ECF-9C90-00D9788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F9A5A-BAF0-48F5-8990-5B4A882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9EFC3-C31E-45EE-B1B3-984F4AA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D9757-3F1B-4EFC-992A-837BB3E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66B9D-8E05-45B5-82DA-8E9FD63A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L001 · 05/12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15D2-4CE7-40FA-817E-4D2AA1B2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F1C166-E003-442E-AA6F-006BA2D2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 MacBook 變成我的工作站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BC8BB-ED2E-4B38-841F-74B41F4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D210A-0D1B-4434-8D88-EE5D6C7A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中英文都打得出來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FE0B1-EF4E-4A6B-8B95-70AE4FE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系統設定 → 鍵盤 → 文字輸入「編輯」→ 加入輸入方式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C8878-AA73-4717-B152-A4033C43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95575"/>
            <a:ext cx="45720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A5FEF-1937-4F06-AE5E-DBFE5CD5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繁體中文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450EB-4721-488F-8518-507520B2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0425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我的探險基地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4B9AA-5B9C-493B-ADB8-F9342A0D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95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5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C7207-8BF9-4412-A538-E8FA9152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5191125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3D441-7B42-4FB2-830B-2EF474F2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57500"/>
            <a:ext cx="4810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英文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F7FE2-EF33-45DA-994E-E2CAD94C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00425"/>
            <a:ext cx="4810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Hello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FE027F-CF90-4BEF-9893-80F73FCF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從選單列切換，或試試 Control + 空白鍵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A7DACC-C28D-410C-8463-2B782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快速鍵可能因設定不同；能切換並打出文字才算過關</a:t>
            </a:r>
          </a:p>
        </p:txBody>
      </p:sp>
    </p:spTree>
    <p:extLst>
      <p:ext uri="{BB962C8B-B14F-4D97-AF65-F5344CB8AC3E}">
        <p14:creationId xmlns:p14="http://schemas.microsoft.com/office/powerpoint/2010/main" val="1748632481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CC505-827E-41D4-9607-7E613B32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18ACC-7141-480D-820C-C3F98286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EB4CE-2EEE-40A7-A9FF-D5BCDCF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A6196-CC6C-4F4E-ABF5-49B768C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9441B-FD9D-4183-90B0-6ABBDAFC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L001 · 06/12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4F94E-BB68-40AF-9813-9288271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38368-0361-4B17-B135-10368D2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 MacBook 變成我的工作站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4872B-9405-4FBD-8519-2660383A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125D58-E48F-431E-B98B-E05B67B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工具、作品、位置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80AC9-E85A-4F31-B65B-69E4611B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先說出它的用途，再記住它的圖示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EC8F4-D741-43B8-8D37-74F21379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31432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7DFA-F49D-4C24-BB72-4E8D6ECC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App 是工具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765E2-BB14-4FF4-84F9-F5472B80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276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例如：文字編輯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B0193-26D1-4FF9-9571-F4304C1C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71775"/>
            <a:ext cx="33813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FFBBC-8F43-4582-B2ED-DDC2D7C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33700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檔案是作品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A2E4A-F98B-446F-8042-7B3B6951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476625"/>
            <a:ext cx="30003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例如：基地介紹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06EF27-5373-4150-A8CC-546189BD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71775"/>
            <a:ext cx="3800475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CF9E8-F094-4279-9DCB-E9D20267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33700"/>
            <a:ext cx="3419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資料夾是位置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BF58E-3020-4D61-9A71-E7BB22E8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4194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例如：02_作品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278-8FC4-479D-BED8-9F94B176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你來指一指：哪個工具，做出了哪個作品？</a:t>
            </a:r>
          </a:p>
        </p:txBody>
      </p:sp>
    </p:spTree>
    <p:extLst>
      <p:ext uri="{BB962C8B-B14F-4D97-AF65-F5344CB8AC3E}">
        <p14:creationId xmlns:p14="http://schemas.microsoft.com/office/powerpoint/2010/main" val="255296773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251821-E1D9-4F03-A1F4-58B8051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21B96-4AF8-4FFE-9598-72396F5D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6763A-8B6A-4AEE-B4D6-D399CD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95050-216F-4E2C-951C-27F9F6DF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83EEB-6C1E-4954-8118-BB8AF8B9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L001 · 07/12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969B-502F-4613-9C38-1EF27BB3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725B5-4AFF-4554-8AF7-E327329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 MacBook 變成我的工作站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84212-33D0-4FFD-9430-01D6311D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E2F9A-C11B-4B52-BFEE-8118887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替作品安排固定的家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851-0FBC-430A-842A-E4228DF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先到 Finder 的「文件」，再用「檔案 → 新增檔案夾」建立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DAAECC-07C8-45DE-8974-8DAD05B7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32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文件 / Tech Academy / L001_工作站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379B45-47FC-4B91-A804-6BED237C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0C263-39F0-4496-BB70-27E6867D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01_素材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20E7B-4075-4D36-B91B-E7CBAEC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參考資料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9639E-237F-4D24-9252-44D72F5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6DC0F-8650-47A6-8290-C8F07E8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02_作品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068CF-B684-4C28-8645-48F0073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完成的內容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BEBEC-F150-47DA-83DF-FCC1AECE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33750"/>
            <a:ext cx="3381375" cy="1514475"/>
          </a:xfrm>
          <a:prstGeom xmlns:a="http://schemas.openxmlformats.org/drawingml/2006/main" prst="roundRect">
            <a:avLst>
              <a:gd name="adj" fmla="val 8805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5544-71E6-438E-BC72-577FF0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300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03_紀錄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29F0AB-628F-44FA-8E2A-A386F78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000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心得與卡關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E8EF5-DFCD-4843-AF21-C32A2DF6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暫停影片：建立後，再自己走一次完整路徑</a:t>
            </a:r>
          </a:p>
        </p:txBody>
      </p:sp>
    </p:spTree>
    <p:extLst>
      <p:ext uri="{BB962C8B-B14F-4D97-AF65-F5344CB8AC3E}">
        <p14:creationId xmlns:p14="http://schemas.microsoft.com/office/powerpoint/2010/main" val="931827616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86372-F30A-4E13-B18F-DA1C8BB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76E11-4BDC-43B6-A636-CE205284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053B-AE9A-4D1D-9C0B-0C66CEA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7B777-2BEB-4890-A16C-B6681D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894C7-02C7-413C-B65C-598C4536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L001 · 08/12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B2A5D-D21B-4EE7-964F-D3FCC14B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107DA-CD42-468D-9FA7-69E71743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 MacBook 變成我的工作站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F73F-8C05-4998-8A61-E53FB3E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6DAD61-383E-4599-B570-C9F7F7E7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存檔後，要找得回來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584D7-C49F-492A-A10C-E6C48574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打開文字編輯，先寫三句基地介紹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9AC0F-B4F0-4C2F-8A05-CEBFD31C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19375"/>
            <a:ext cx="58102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我的基地叫＿＿＿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我想學會＿＿＿</a:t>
            </a:r>
          </a:p>
          <a:p xmlns:a="http://schemas.openxmlformats.org/drawingml/2006/main">
            <a:pPr>
              <a:def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4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下次想做＿＿＿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D711-648B-4721-913D-5EB2AF9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71750"/>
            <a:ext cx="3810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檔案 → 儲存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D1310-8F0F-4C22-B1CE-A6A3D019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76600"/>
            <a:ext cx="4171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L001_基地介紹_v01.rtf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12752-C9A3-486F-9001-48423A3E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43350"/>
            <a:ext cx="42767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存進 L001_工作站 / 02_作品</a:t>
            </a:r>
          </a:p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副檔名依 App 的格式保留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BB7009-842C-4AA9-8CC6-458B48B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暫停影片：關閉文件，再用 Finder 把它找回來</a:t>
            </a:r>
          </a:p>
        </p:txBody>
      </p:sp>
    </p:spTree>
    <p:extLst>
      <p:ext uri="{BB962C8B-B14F-4D97-AF65-F5344CB8AC3E}">
        <p14:creationId xmlns:p14="http://schemas.microsoft.com/office/powerpoint/2010/main" val="1620250031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4CB7-C0AF-4496-8CB0-D1603C7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2D067-1474-44F4-8964-C1EADECA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3C13C-A50A-468A-89EF-2126ED33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D4894-4F66-4BDA-BC3D-167C59A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5E446-75CA-46F0-90CC-7CDB62CE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L001 · 09/12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8641B-9445-488A-9859-8D4390D1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4117B-9818-4A06-A8EE-2C68CFA6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 MacBook 變成我的工作站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EA854-6195-4340-B051-434E260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742-6C30-47F4-84D4-DE55098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多一份，不一定是備份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0A55-51BB-4C3D-B3CC-A1DA3CBD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先保留版本，再讓重要作品多一個安全的去處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FEA1-1686-442B-92CE-84B5BB0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09850"/>
            <a:ext cx="510540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46C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3D0C-6171-40DC-BD0D-E24D8D18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2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46C8FF"/>
                </a:solidFill>
                <a:latin typeface="Noto Sans CJK TC"/>
                <a:ea typeface="Noto Sans CJK TC"/>
                <a:cs typeface="Noto Sans CJK TC"/>
              </a:rPr>
              <a:t>同一台電腦上的副本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2D87F-A3EC-4A17-8CA4-8C4E0E1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4724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可保留修改前的內容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電腦故障時，可能一起不見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58341-7262-4B9E-9B93-83DC37DB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5429250" cy="2409825"/>
          </a:xfrm>
          <a:prstGeom xmlns:a="http://schemas.openxmlformats.org/drawingml/2006/main" prst="roundRect">
            <a:avLst>
              <a:gd name="adj" fmla="val 5534"/>
            </a:avLst>
          </a:prstGeom>
          <a:solidFill xmlns:a="http://schemas.openxmlformats.org/drawingml/2006/main">
            <a:srgbClr val="101B28"/>
          </a:solidFill>
          <a:ln xmlns:a="http://schemas.openxmlformats.org/drawingml/2006/main" w="14288">
            <a:solidFill>
              <a:srgbClr val="FFC12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C0F4-18AE-4011-A539-1EF681B1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另外的備份位置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699C2-1693-457E-8A0A-524E5D8B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14700"/>
            <a:ext cx="5048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例如外接儲存裝置</a:t>
            </a:r>
          </a:p>
          <a:p xmlns:a="http://schemas.openxmlformats.org/drawingml/2006/main">
            <a:pPr>
              <a:def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或爸爸管理的另一部電腦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B7AD-6296-4A99-B4B6-3C4EC7F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爸爸協助備份；完成後打開副本，確認內容正確</a:t>
            </a:r>
          </a:p>
        </p:txBody>
      </p:sp>
    </p:spTree>
    <p:extLst>
      <p:ext uri="{BB962C8B-B14F-4D97-AF65-F5344CB8AC3E}">
        <p14:creationId xmlns:p14="http://schemas.microsoft.com/office/powerpoint/2010/main" val="418818207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5B7C4-5F33-4569-88B4-3E002E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87322-E497-4E0D-B109-208A5C93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142D4-9C36-4B23-A35A-1EB02F4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E7724-8444-4710-A45F-7D9E7D65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4DA5-F4EE-46D9-BA36-3F71AE41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L001 · 10/12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9DCE5-E499-49C7-82F7-7E7BC91C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027B8-47E0-4742-8670-DD05139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 MacBook 變成我的工作站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7E136-9364-4408-AF3A-AE6865E4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39A64-F7AD-466E-A819-A9CBC7CA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你的工作站，你的規則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81646-7949-4EC5-BED3-760BEED7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保留好找、好讀的空間，也放進自己的興趣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C069D-F973-4AB0-915A-85C6B3E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23E3A-DF33-4AA6-BF77-C711907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669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選一張基地桌布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F6DB7-1362-43E6-8363-4B8FC29E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527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系統設定 → 背景圖片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E7AC-A886-4081-BD27-AAC24AF1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A3F3F9-D4A9-48E1-AAD6-EB326106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5337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說明你的命名規則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D7F50-72A2-4CE9-95C9-D58E9B0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0195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為什麼素材、作品、紀錄要分開？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942DB-8D66-44E8-A58D-C09C938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6B270F-2B19-4B8D-AD20-CD3E7EE1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00575"/>
            <a:ext cx="719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和爸爸一起試試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B412F-1F6A-4310-BA7C-B1FF21F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86350"/>
            <a:ext cx="7191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請提供三個海洋探險基地的名稱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aaaee3a564bfb"/>
          <a:stretch xmlns:a="http://schemas.openxmlformats.org/drawingml/2006/main"/>
        </p:blipFill>
        <p:spPr>
          <a:xfrm xmlns:a="http://schemas.openxmlformats.org/drawingml/2006/main">
            <a:off x="9153641" y="3114675"/>
            <a:ext cx="2476267" cy="13936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795977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F51C18-A484-46C6-845A-F5C3F0C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3D445-12DF-4E92-92B7-7B6A17E6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4B48-6E4B-43C8-8DCE-E7405175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B3135-DFAD-4B49-A573-BB63F3D2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8C7EC-753E-4A1E-B5B5-7BE508D4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L001 · 11/12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08CA8-39CD-4689-A571-221AF81C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F0A9C-C984-41CB-87B3-74E55748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 MacBook 變成我的工作站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0C8D9-F12D-46AA-A86D-BBFD6F55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26D23-7DBF-4478-9196-8CDCF0E6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兩小時的父子挑戰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2477D-626C-4649-A0A0-D0EA818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影片先引路，接下來用作品證明你學會了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BBE76-5A41-48EC-8D4C-7E7836E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EB5EF3-7919-4E05-A5BC-D4C324A0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00–25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FF5A3-9AB1-4DDA-8142-74AC936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任務開場＋示範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8743-5D95-4521-AB3A-638A6356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1D721-B5E9-460F-BA0A-A842A5E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25–65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4F9ED-549E-418F-9972-620B5CF7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父子共同實作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40B275-99F2-4801-8203-B21A73D4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F028C8-58CC-41E9-80EA-5943D832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65–75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CEBD-B221-4602-8E16-30EEE11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休息十分鐘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106B7-2C47-40DB-8316-9A5EB799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1945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74511-469A-47D4-84E6-D5871DC6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6697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75–105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88C673-CC9A-459C-8AB4-899D319B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669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孩子獨立改造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D7487-5325-405B-9463-F193CF6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81475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89E7A-EAD4-4474-97F6-7CA36323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2900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105–115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6E1E7A-714D-4FD0-AEDE-F663603F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29000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孩子教爸爸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1C3B7-895F-4D8B-A841-66108D6E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143500"/>
            <a:ext cx="5143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5A8D4-4138-4215-B4CD-84035840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391025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115–120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E6CA23-7C02-45F8-9BF7-B8EC55A9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39102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950" b="0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錄音總結＋存檔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C1EEE-5F17-482D-B05B-00F33EE7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今日生活技能：管理自己的工具與成果</a:t>
            </a:r>
          </a:p>
        </p:txBody>
      </p:sp>
    </p:spTree>
    <p:extLst>
      <p:ext uri="{BB962C8B-B14F-4D97-AF65-F5344CB8AC3E}">
        <p14:creationId xmlns:p14="http://schemas.microsoft.com/office/powerpoint/2010/main" val="76112488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41222"/>
            </a:gs>
            <a:gs pos="62000">
              <a:srgbClr val="071F37"/>
            </a:gs>
            <a:gs pos="100000">
              <a:srgbClr val="041222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717C6A-C66C-46F0-9F5F-1077E8B0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12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AEBA-AA94-416E-BA8A-501C0A68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BE332-40E7-4029-9F70-3C83E537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622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8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B8E47-F5D4-4F9F-A124-32ACFBEB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24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父子科技學院  ·  FIRST WORKSTATION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305CB-A0EB-4F56-B2C6-91B32CC8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3375"/>
            <a:ext cx="1666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2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L001 · 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A4645-DD68-464F-834F-DA00DBDEE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82C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A87DB-074B-48A0-8ED7-FA81BDBB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90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把 MacBook 變成我的工作站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B36-9853-48AF-9BA9-9132950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543675"/>
            <a:ext cx="1438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90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XINEW SAYS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30854-BCC8-499F-9FF6-9E015FCA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34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最後一關：你來教爸爸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77FC5-1932-447B-B973-D104DE4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暫停影片，完成動作，再說明你自己的整理規則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C3625-631C-4C75-A075-486BA7CF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9B1CB-D308-47BF-8E1C-FD04568C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384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打開常用工具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211DD-350E-486C-BD5E-5A2FD5FB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92417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說出 App 和檔案的差別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5B44A-7151-480C-8FF8-1D3DE68A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26E6D0-719A-48B6-A673-3B1205CB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385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切換中英文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B9D58-DE7E-4C3F-83B8-65AFA4B9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24300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打出「我的探險基地」和 Hello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01D8A-ADA3-4C68-8B67-C62753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619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850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BB444-7494-4930-8312-1F9BCF14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4386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250" b="1">
                <a:solidFill>
                  <a:srgbClr val="F7F7F8"/>
                </a:solidFill>
                <a:latin typeface="Noto Sans CJK TC"/>
                <a:ea typeface="Noto Sans CJK TC"/>
                <a:cs typeface="Noto Sans CJK TC"/>
              </a:rPr>
              <a:t>重新打開基地介紹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715264-D608-4CE4-8E34-5F40A61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924425"/>
            <a:ext cx="7524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1650" b="0">
                <a:solidFill>
                  <a:srgbClr val="A8B8C9"/>
                </a:solidFill>
                <a:latin typeface="Noto Sans CJK TC"/>
                <a:ea typeface="Noto Sans CJK TC"/>
                <a:cs typeface="Noto Sans CJK TC"/>
              </a:rPr>
              <a:t>指出原檔與備份的位置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45ce9480844b8"/>
          <a:stretch xmlns:a="http://schemas.openxmlformats.org/drawingml/2006/main"/>
        </p:blipFill>
        <p:spPr>
          <a:xfrm xmlns:a="http://schemas.openxmlformats.org/drawingml/2006/main">
            <a:off x="9010780" y="2867025"/>
            <a:ext cx="2761991" cy="1554446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127016-B0D0-4E31-A739-B3D936D2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defRPr>
            </a:pPr>
            <a:r>
              <a:rPr sz="2175" b="1">
                <a:solidFill>
                  <a:srgbClr val="FFC12F"/>
                </a:solidFill>
                <a:latin typeface="Noto Sans CJK TC"/>
                <a:ea typeface="Noto Sans CJK TC"/>
                <a:cs typeface="Noto Sans CJK TC"/>
              </a:rPr>
              <a:t>保持好奇，我們下次見！</a:t>
            </a:r>
          </a:p>
        </p:txBody>
      </p:sp>
    </p:spTree>
    <p:extLst>
      <p:ext uri="{BB962C8B-B14F-4D97-AF65-F5344CB8AC3E}">
        <p14:creationId xmlns:p14="http://schemas.microsoft.com/office/powerpoint/2010/main" val="770859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2026-09-27T07:18:22.0520000Z</dcterms:created>
  <dcterms:modified xsi:type="dcterms:W3CDTF">2026-09-27T07:18:22.0530000Z</dcterms:modified>
</coreProperties>
</file>