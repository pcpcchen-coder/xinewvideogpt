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88a24aafe451e" /><Relationship Type="http://schemas.openxmlformats.org/officeDocument/2006/relationships/extended-properties" Target="/docProps/app.xml" Id="R89e96513bbe04724" /><Relationship Type="http://schemas.openxmlformats.org/officeDocument/2006/relationships/officeDocument" Target="/ppt/presentation.xml" Id="Rac0ba3e5e13e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206fbd42a047d8"/>
  </p:sldMasterIdLst>
  <p:notesMasterIdLst>
    <p:notesMasterId xmlns:r="http://schemas.openxmlformats.org/officeDocument/2006/relationships" r:id="Refa0495f597e460d"/>
  </p:notesMasterIdLst>
  <p:sldIdLst>
    <p:sldId xmlns:r="http://schemas.openxmlformats.org/officeDocument/2006/relationships" id="256" r:id="R49f6f5a24bd647a8"/>
    <p:sldId xmlns:r="http://schemas.openxmlformats.org/officeDocument/2006/relationships" id="257" r:id="R88628df68a374ef0"/>
    <p:sldId xmlns:r="http://schemas.openxmlformats.org/officeDocument/2006/relationships" id="258" r:id="Rd27480d80eb343c1"/>
    <p:sldId xmlns:r="http://schemas.openxmlformats.org/officeDocument/2006/relationships" id="259" r:id="R5757ca2db59c437c"/>
    <p:sldId xmlns:r="http://schemas.openxmlformats.org/officeDocument/2006/relationships" id="260" r:id="R8642c9da82294e9e"/>
    <p:sldId xmlns:r="http://schemas.openxmlformats.org/officeDocument/2006/relationships" id="261" r:id="R55c6f5b785bc40c6"/>
    <p:sldId xmlns:r="http://schemas.openxmlformats.org/officeDocument/2006/relationships" id="262" r:id="R714657ef8fec4c99"/>
    <p:sldId xmlns:r="http://schemas.openxmlformats.org/officeDocument/2006/relationships" id="263" r:id="R11a87a17727342c9"/>
    <p:sldId xmlns:r="http://schemas.openxmlformats.org/officeDocument/2006/relationships" id="264" r:id="R4189eb7daf9648d3"/>
    <p:sldId xmlns:r="http://schemas.openxmlformats.org/officeDocument/2006/relationships" id="265" r:id="R5eeaeb7b63ef4161"/>
    <p:sldId xmlns:r="http://schemas.openxmlformats.org/officeDocument/2006/relationships" id="266" r:id="Rcb59e5ea54904e50"/>
    <p:sldId xmlns:r="http://schemas.openxmlformats.org/officeDocument/2006/relationships" id="267" r:id="Rc97f0bfbfab6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d54bdca8c42da" /><Relationship Type="http://schemas.openxmlformats.org/officeDocument/2006/relationships/slideMaster" Target="/ppt/slideMasters/slideMaster1.xml" Id="Rf9206fbd42a047d8" /><Relationship Type="http://schemas.openxmlformats.org/officeDocument/2006/relationships/notesMaster" Target="/ppt/notesMasters/notesMaster1.xml" Id="Refa0495f597e460d" /><Relationship Type="http://schemas.openxmlformats.org/officeDocument/2006/relationships/presProps" Target="/ppt/presProps.xml" Id="R3814497235de494e" /><Relationship Type="http://schemas.openxmlformats.org/officeDocument/2006/relationships/tableStyles" Target="/ppt/tableStyles.xml" Id="R1fe61fdcf3e64d9e" /><Relationship Type="http://schemas.openxmlformats.org/officeDocument/2006/relationships/slide" Target="/ppt/slides/slide1.xml" Id="R49f6f5a24bd647a8" /><Relationship Type="http://schemas.openxmlformats.org/officeDocument/2006/relationships/slide" Target="/ppt/slides/slide2.xml" Id="R88628df68a374ef0" /><Relationship Type="http://schemas.openxmlformats.org/officeDocument/2006/relationships/slide" Target="/ppt/slides/slide3.xml" Id="Rd27480d80eb343c1" /><Relationship Type="http://schemas.openxmlformats.org/officeDocument/2006/relationships/slide" Target="/ppt/slides/slide4.xml" Id="R5757ca2db59c437c" /><Relationship Type="http://schemas.openxmlformats.org/officeDocument/2006/relationships/slide" Target="/ppt/slides/slide5.xml" Id="R8642c9da82294e9e" /><Relationship Type="http://schemas.openxmlformats.org/officeDocument/2006/relationships/slide" Target="/ppt/slides/slide6.xml" Id="R55c6f5b785bc40c6" /><Relationship Type="http://schemas.openxmlformats.org/officeDocument/2006/relationships/slide" Target="/ppt/slides/slide7.xml" Id="R714657ef8fec4c99" /><Relationship Type="http://schemas.openxmlformats.org/officeDocument/2006/relationships/slide" Target="/ppt/slides/slide8.xml" Id="R11a87a17727342c9" /><Relationship Type="http://schemas.openxmlformats.org/officeDocument/2006/relationships/slide" Target="/ppt/slides/slide9.xml" Id="R4189eb7daf9648d3" /><Relationship Type="http://schemas.openxmlformats.org/officeDocument/2006/relationships/slide" Target="/ppt/slides/slide10.xml" Id="R5eeaeb7b63ef4161" /><Relationship Type="http://schemas.openxmlformats.org/officeDocument/2006/relationships/slide" Target="/ppt/slides/slide11.xml" Id="Rcb59e5ea54904e50" /><Relationship Type="http://schemas.openxmlformats.org/officeDocument/2006/relationships/slide" Target="/ppt/slides/slide12.xml" Id="Rc97f0bfbfab6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41c5c1ae0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354bf412b4ff9" /><Relationship Type="http://schemas.openxmlformats.org/officeDocument/2006/relationships/notesMaster" Target="/ppt/notesMasters/notesMaster1.xml" Id="R59bd68112d52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4d30af8e944d3e" /><Relationship Type="http://schemas.openxmlformats.org/officeDocument/2006/relationships/notesMaster" Target="/ppt/notesMasters/notesMaster1.xml" Id="Rafd47ed5ff1a42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72518e16404235" /><Relationship Type="http://schemas.openxmlformats.org/officeDocument/2006/relationships/notesMaster" Target="/ppt/notesMasters/notesMaster1.xml" Id="Rd63c22441ec64f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23db918b841ad" /><Relationship Type="http://schemas.openxmlformats.org/officeDocument/2006/relationships/notesMaster" Target="/ppt/notesMasters/notesMaster1.xml" Id="R7941520217ca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810193bdd4164" /><Relationship Type="http://schemas.openxmlformats.org/officeDocument/2006/relationships/notesMaster" Target="/ppt/notesMasters/notesMaster1.xml" Id="R79b9bd633e31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55848a748243c0" /><Relationship Type="http://schemas.openxmlformats.org/officeDocument/2006/relationships/notesMaster" Target="/ppt/notesMasters/notesMaster1.xml" Id="Rde134264ff8d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a6949d1274af6" /><Relationship Type="http://schemas.openxmlformats.org/officeDocument/2006/relationships/notesMaster" Target="/ppt/notesMasters/notesMaster1.xml" Id="Ra47285ef1eb0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af8d5757244ad" /><Relationship Type="http://schemas.openxmlformats.org/officeDocument/2006/relationships/notesMaster" Target="/ppt/notesMasters/notesMaster1.xml" Id="Rc881b0a68e7f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2e473fac604186" /><Relationship Type="http://schemas.openxmlformats.org/officeDocument/2006/relationships/notesMaster" Target="/ppt/notesMasters/notesMaster1.xml" Id="Rdd3835e84b23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b27e207cb45f2" /><Relationship Type="http://schemas.openxmlformats.org/officeDocument/2006/relationships/notesMaster" Target="/ppt/notesMasters/notesMaster1.xml" Id="Re1098236ebca4b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efc0b7aa1149f0" /><Relationship Type="http://schemas.openxmlformats.org/officeDocument/2006/relationships/notesMaster" Target="/ppt/notesMasters/notesMaster1.xml" Id="Ra4844436f9474f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a926e2db294eee" /><Relationship Type="http://schemas.openxmlformats.org/officeDocument/2006/relationships/notesMaster" Target="/ppt/notesMasters/notesMaster1.xml" Id="R2879397b9396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歡迎回到父子科技學院，我是陳犀牛，今天是第十一堂，第一個好提示詞，這是依課表製作的課前教學版，並非實際上課錄音。</ns0:t>
            </ns0:r>
          </ns0:p>
          <ns1:p xmlns:ns1="http://schemas.openxmlformats.org/drawingml/2006/main">
            <ns1:r>
              <ns1:t>你打字告訴 AI，要它做什麼，這些話就叫做提示詞；說得太模糊，它只能用猜的。</ns1:t>
            </ns1:r>
          </ns1:p>
          <ns2:p xmlns:ns2="http://schemas.openxmlformats.org/drawingml/2006/main">
            <ns2:r>
              <ns2:t>今天我們用四個格子，把一句模糊的話，一輪一輪改成一張兒童科普卡的提示詞。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curriculum/catalog.json：L011；來源 V2 Excel 逐堂課程第 11 堂</ns4:t>
            </ns4:r>
          </ns4:p>
          <ns5:p xmlns:ns5="http://schemas.openxmlformats.org/drawingml/2006/main">
            <ns5:r>
              <ns5:t>https://services.google.com/fh/files/misc/bia_ai-literacy-guide_en.pdf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寫提示詞有三個步驟。第一步是寫，把你要它做的事寫下來。</ns0:t>
            </ns0:r>
          </ns0:p>
          <ns1:p xmlns:ns1="http://schemas.openxmlformats.org/drawingml/2006/main">
            <ns1:r>
              <ns1:t>第二步是試，看看它照著你的話，做出了什麼。</ns1:t>
            </ns1:r>
          </ns1:p>
          <ns2:p xmlns:ns2="http://schemas.openxmlformats.org/drawingml/2006/main">
            <ns2:r>
              <ns2:t>第三步是改，哪裡不對，就補上一句再試一次；提示詞通常要這樣來回改幾次，才會越來越好。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https://academy.openai.com/public/clubs/work-users-ynjqu/resources/prompting</ns4:t>
            </ns4:r>
          </ns4:p>
          <ns5:p xmlns:ns5="http://schemas.openxmlformats.org/drawingml/2006/main">
            <ns5:r>
              <ns5:t>https://workspace.google.com/resources/ai/writing-effective-prompts/</ns5:t>
            </ns5:r>
          </ns5:p>
          <ns6:p xmlns:ns6="http://schemas.openxmlformats.org/drawingml/2006/main">
            <ns6:r>
              <ns6:t>https://support.microsoft.com/en-us/microsoft-365-copilot/get-started-writing-prompts-in-microsoft-365-copilot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這堂課說的 AI，是會寫字、會畫圖的生成式 AI；你寫給它的話，就是提示詞，可以是一個問題，也可以是一件要它做的事。</ns0:t>
            </ns0:r>
          </ns0:p>
          <ns1:p xmlns:ns1="http://schemas.openxmlformats.org/drawingml/2006/main">
            <ns1:r>
              <ns1:t>它不會讀心，你沒寫出來的，它就只能自己猜。</ns1:t>
            </ns1:r>
          </ns1:p>
          <ns2:p xmlns:ns2="http://schemas.openxmlformats.org/drawingml/2006/main">
            <ns2:r>
              <ns2:t>提示詞寫得清楚，通常比較容易得到你要的東西；不過同樣一句話，每次的回答可能不一樣，內容也還是可能出錯。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https://services.google.com/fh/files/misc/bia_ai-literacy-guide_en.pdf</ns4:t>
            </ns4:r>
          </ns4:p>
          <ns5:p xmlns:ns5="http://schemas.openxmlformats.org/drawingml/2006/main">
            <ns5:r>
              <ns5:t>https://platform.claude.com/docs/en/build-with-claude/prompt-engineering/claude-prompting-best-practices</ns5:t>
            </ns5:r>
          </ns5:p>
          <ns6:p xmlns:ns6="http://schemas.openxmlformats.org/drawingml/2006/main">
            <ns6:r>
              <ns6:t>https://www2.chjhs.tyc.edu.tw/gov/教育部中小學數位教學指引3.0版1140113.pdf</ns6:t>
            </ns6:r>
          </ns6:p>
          <ns7:p xmlns:ns7="http://schemas.openxmlformats.org/drawingml/2006/main">
            <ns7:r>
              <ns7:t>https://support.microsoft.com/en-us/microsoft-365-copilot/get-started-writing-prompts-in-microsoft-365-copilot</ns7:t>
            </ns7:r>
          </ns7:p>
          <ns8:p xmlns:ns8="http://schemas.openxmlformats.org/drawingml/2006/main">
            <ns8:r>
              <ns8:t>https://eliteracy.edu.tw/Handbooks.aspx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好的提示詞可以分成四個格子。第一格是任務，要它做什麼；第二格是背景，這是給誰看的、要用在哪裡。</ns0:t>
            </ns0:r>
          </ns0:p>
          <ns1:p xmlns:ns1="http://schemas.openxmlformats.org/drawingml/2006/main">
            <ns1:r>
              <ns1:t>第三格是限制，例如最多幾句話、不要用太難的詞；第四格是格式，答案要排成什麼樣子，像是條列、表格，或是一張卡片。</ns1:t>
            </ns1:r>
          </ns1:p>
          <ns2:p xmlns:ns2="http://schemas.openxmlformats.org/drawingml/2006/main">
            <ns2:r>
              <ns2:t>這四個格子是我們這堂課自己的整理方式，各家公司教的名稱不完全一樣，不過意思很接近。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curriculum/catalog.json：L011；來源 V2 Excel 逐堂課程第 11 堂</ns4:t>
            </ns4:r>
          </ns4:p>
          <ns5:p xmlns:ns5="http://schemas.openxmlformats.org/drawingml/2006/main">
            <ns5:r>
              <ns5:t>https://academy.openai.com/public/clubs/work-users-ynjqu/resources/prompting</ns5:t>
            </ns5:r>
          </ns5:p>
          <ns6:p xmlns:ns6="http://schemas.openxmlformats.org/drawingml/2006/main">
            <ns6:r>
              <ns6:t>https://cdn.openai.com/pdf/chatgpt-at-home.pdf</ns6:t>
            </ns6:r>
          </ns6:p>
          <ns7:p xmlns:ns7="http://schemas.openxmlformats.org/drawingml/2006/main">
            <ns7:r>
              <ns7:t>https://workspace.google.com/resources/ai/writing-effective-prompts/</ns7:t>
            </ns7:r>
          </ns7:p>
          <ns8:p xmlns:ns8="http://schemas.openxmlformats.org/drawingml/2006/main">
            <ns8:r>
              <ns8:t>https://support.microsoft.com/en-us/microsoft-365-copilot/get-started-writing-prompts-in-microsoft-365-copilot</ns8:t>
            </ns8:r>
          </ns8:p>
          <ns9:p xmlns:ns9="http://schemas.openxmlformats.org/drawingml/2006/main">
            <ns9:r>
              <ns9:t>https://platform.claude.com/docs/en/build-with-claude/prompt-engineering/claude-prompting-best-practices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來看一個例子。如果你只寫五個字：介紹機器人，它不知道要介紹哪一種機器人，也不知道是寫給誰看的。</ns0:t>
            </ns0:r>
          </ns0:p>
          <ns1:p xmlns:ns1="http://schemas.openxmlformats.org/drawingml/2006/main">
            <ns1:r>
              <ns1:t>結果可能是一大篇很難的文章，也可能只有短短一句，因為你沒說的，它只能猜。</ns1:t>
            </ns1:r>
          </ns1:p>
          <ns2:p xmlns:ns2="http://schemas.openxmlformats.org/drawingml/2006/main">
            <ns2:r>
              <ns2:t>所以接下來，我們要一格一格補上去，每補一格就試一次，看看答案有什麼不一樣。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curriculum/catalog.json：L011；來源 V2 Excel 逐堂課程第 11 堂</ns4:t>
            </ns4:r>
          </ns4:p>
          <ns5:p xmlns:ns5="http://schemas.openxmlformats.org/drawingml/2006/main">
            <ns5:r>
              <ns5:t>https://academy.openai.com/public/clubs/work-users-ynjqu/resources/prompting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第一輪加上任務：請寫一張科普卡，告訴我機器人是什麼。現在它知道要做什麼了。</ns0:t>
            </ns0:r>
          </ns0:p>
          <ns1:p xmlns:ns1="http://schemas.openxmlformats.org/drawingml/2006/main">
            <ns1:r>
              <ns1:t>第二輪加上背景：這張卡片是給國小三年級的同學看的。這樣它比較可能改用簡單的說法。</ns1:t>
            </ns1:r>
          </ns1:p>
          <ns2:p xmlns:ns2="http://schemas.openxmlformats.org/drawingml/2006/main">
            <ns2:r>
              <ns2:t>第三輪加上限制和格式：只要三個小知識，每個一句話，最後加一個小問題。每一輪只加一格，才看得出是哪一格起了作用。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https://cdn.openai.com/pdf/chatgpt-at-home.pdf</ns4:t>
            </ns4:r>
          </ns4:p>
          <ns5:p xmlns:ns5="http://schemas.openxmlformats.org/drawingml/2006/main">
            <ns5:r>
              <ns5:t>https://platform.claude.com/docs/en/build-with-claude/prompt-engineering/claude-prompting-best-practices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現在來玩角色扮演。你負責寫提示詞，爸爸扮演一台只會照字面做事的機器人，把答案寫在紙上。</ns0:t>
            </ns0:r>
          </ns0:p>
          <ns1:p xmlns:ns1="http://schemas.openxmlformats.org/drawingml/2006/main">
            <ns1:r>
              <ns1:t>機器人有三條守則：只做提示詞寫到的事；沒寫到的，就隨便猜一個；而且不可以反過來問你問題。</ns1:t>
            </ns1:r>
          </ns1:p>
          <ns2:p xmlns:ns2="http://schemas.openxmlformats.org/drawingml/2006/main">
            <ns2:r>
              <ns2:t>這樣玩，完全不需要用到 AI，你也能看出來，少寫一格，答案會差多少。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curriculum/catalog.json：L011；來源 V2 Excel 逐堂課程第 11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寫提示詞之前，有三件事要注意。第一，不要把個資寫進去，像是姓名、學校、住址和照片，因為寫進去的東西可能被保存下來。</ns0:t>
            </ns0:r>
          </ns0:p>
          <ns1:p xmlns:ns1="http://schemas.openxmlformats.org/drawingml/2006/main">
            <ns1:r>
              <ns1:t>第二，提示詞寫得再好，答案還是可能出錯，重要的事要找可靠的來源再查一次。</ns1:t>
            </ns1:r>
          </ns1:p>
          <ns2:p xmlns:ns2="http://schemas.openxmlformats.org/drawingml/2006/main">
            <ns2:r>
              <ns2:t>第三，這些工具都有年齡限制，真的要試的時候，請爸爸用他自己的帳號操作，你在旁邊出主意。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https://jr.hs.ntnu.edu.tw/wp-content/uploads/2026/02/中小學使用「生成式人工智慧」注意事項2.1.pdf</ns4:t>
            </ns4:r>
          </ns4:p>
          <ns5:p xmlns:ns5="http://schemas.openxmlformats.org/drawingml/2006/main">
            <ns5:r>
              <ns5:t>https://support.google.com/gemini/answer/13594961?hl=en</ns5:t>
            </ns5:r>
          </ns5:p>
          <ns6:p xmlns:ns6="http://schemas.openxmlformats.org/drawingml/2006/main">
            <ns6:r>
              <ns6:t>https://www.anthropic.com/legal/consumer-terms</ns6:t>
            </ns6:r>
          </ns6:p>
          <ns7:p xmlns:ns7="http://schemas.openxmlformats.org/drawingml/2006/main">
            <ns7:r>
              <ns7:t>https://support.google.com/gemini/answer/13954172</ns7:t>
            </ns7:r>
          </ns7:p>
          <ns8:p xmlns:ns8="http://schemas.openxmlformats.org/drawingml/2006/main">
            <ns8:r>
              <ns8:t>https://support.claude.com/en/articles/15171100-age-assurance-on-claude</ns8:t>
            </ns8:r>
          </ns8:p>
          <ns9:p xmlns:ns9="http://schemas.openxmlformats.org/drawingml/2006/main">
            <ns9:r>
              <ns9:t>https://support.google.com/gemini/answer/13278668?hl=en</ns9:t>
            </ns9:r>
          </ns9:p>
          <ns10:p xmlns:ns10="http://schemas.openxmlformats.org/drawingml/2006/main">
            <ns10:r>
              <ns10:t>https://www.microsoft.com/en-us/microsoft-copilot/for-individuals/termsofuse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活動分成兩個回合。第一回合，你寫提示詞，爸爸當機器人回答，一共四輪，每一輪只加一格。</ns0:t>
            </ns0:r>
          </ns0:p>
          <ns1:p xmlns:ns1="http://schemas.openxmlformats.org/drawingml/2006/main">
            <ns1:r>
              <ns1:t>第二回合，把四輪的答案排在一起比一比，說出加了哪一格之後，答案變得最多。</ns1:t>
            </ns1:r>
          </ns1:p>
          <ns2:p xmlns:ns2="http://schemas.openxmlformats.org/drawingml/2006/main">
            <ns2:r>
              <ns2:t>如果想試試真正的 AI，請爸爸用他的帳號，把最後一版提示詞貼進去，記得裡面不能有個資。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curriculum/catalog.json：L011；來源 V2 Excel 逐堂課程第 11 堂</ns4:t>
            </ns4:r>
          </ns4:p>
          <ns5:p xmlns:ns5="http://schemas.openxmlformats.org/drawingml/2006/main">
            <ns5:r>
              <ns5:t>https://jr.hs.ntnu.edu.tw/wp-content/uploads/2026/02/中小學使用「生成式人工智慧」注意事項2.1.pdf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下半場換你設計自己的提示詞四格卡。換一個你喜歡的主題，把任務、背景、限制和格式四格都填滿。</ns0:t>
            </ns0:r>
          </ns0:p>
          <ns1:p xmlns:ns1="http://schemas.openxmlformats.org/drawingml/2006/main">
            <ns1:r>
              <ns1:t>再加一格你自己的規則，例如指定語氣、請它舉一個例子，或是請它最後反問你一題。</ns1:t>
            </ns1:r>
          </ns1:p>
          <ns2:p xmlns:ns2="http://schemas.openxmlformats.org/drawingml/2006/main">
            <ns2:r>
              <ns2:t>還要寫下一條使用約定：作業如果用了 AI，要照老師的規定說明；它寫的東西，不能直接當成自己的作品交出去。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curriculum/catalog.json：L011；來源 V2 Excel 逐堂課程第 11 堂</ns4:t>
            </ns4:r>
          </ns4:p>
          <ns5:p xmlns:ns5="http://schemas.openxmlformats.org/drawingml/2006/main">
            <ns5:r>
              <ns5:t>https://jr.hs.ntnu.edu.tw/wp-content/uploads/2026/02/中小學使用「生成式人工智慧」注意事項2.1.pdf</ns5:t>
            </ns5:r>
          </ns5:p>
          <ns6:p xmlns:ns6="http://schemas.openxmlformats.org/drawingml/2006/main">
            <ns6:r>
              <ns6:t>https://platform.claude.com/docs/en/build-with-claude/prompt-engineering/claude-prompting-best-practices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兩小時的課這樣走：開場十分鐘，認識四個格子十五分鐘，接著用四十分鐘玩四輪改造，然後休息十分鐘。</ns0:t>
            </ns0:r>
          </ns0:p>
          <ns1:p xmlns:ns1="http://schemas.openxmlformats.org/drawingml/2006/main">
            <ns1:r>
              <ns1:t>休息之後，用三十分鐘完成自己的四格卡，再用十分鐘交換角色，換你教爸爸把一句模糊的話改清楚。</ns1:t>
            </ns1:r>
          </ns1:p>
          <ns2:p xmlns:ns2="http://schemas.openxmlformats.org/drawingml/2006/main">
            <ns2:r>
              <ns2:t>最後五分鐘錄音總結，替四格卡取名字，存檔之前再檢查一次，卡片上沒有任何個資。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curriculum/catalog.json：L011；來源 V2 Excel 逐堂課程第 11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最後一關，請不看稿，讓爸爸出一句模糊的話，你當場一格一格補成好的提示詞。</ns0:t>
            </ns0:r>
          </ns0:p>
          <ns1:p xmlns:ns1="http://schemas.openxmlformats.org/drawingml/2006/main">
            <ns1:r>
              <ns1:t>再指出一個限制或安全注意事項，例如提示詞寫得再清楚，答案也可能是錯的。</ns1:t>
            </ns1:r>
          </ns1:p>
          <ns2:p xmlns:ns2="http://schemas.openxmlformats.org/drawingml/2006/main">
            <ns2:r>
              <ns2:t>今天的作品是提示詞四格卡，下次我們要舉辦幻覺抓錯賽，把亂講的答案抓出來；我是陳犀牛，保持好奇，我們下次見！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curriculum/catalog.json：L011；來源 V2 Excel 逐堂課程第 11 堂</ns4:t>
            </ns4:r>
          </ns4:p>
          <ns5:p xmlns:ns5="http://schemas.openxmlformats.org/drawingml/2006/main">
            <ns5:r>
              <ns5:t>https://www.anthropic.com/legal/consumer-terms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2e03d71fb4c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512989e5794e8e" /><Relationship Type="http://schemas.openxmlformats.org/officeDocument/2006/relationships/slideLayout" Target="/ppt/slideLayouts/slideLayout1.xml" Id="R01a482d4b8e4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482d4b8e4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a216ea8054d9b" /><Relationship Type="http://schemas.openxmlformats.org/officeDocument/2006/relationships/image" Target="/ppt/media/image.png" Id="Rbca4e52f8e0146e2" /><Relationship Type="http://schemas.openxmlformats.org/officeDocument/2006/relationships/notesSlide" Target="/ppt/notesSlides/notesSlide1.xml" Id="Rc6043144aa37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a6bd9200494c" /><Relationship Type="http://schemas.openxmlformats.org/officeDocument/2006/relationships/notesSlide" Target="/ppt/notesSlides/notesSlide2.xml" Id="R62f52c685e05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8bbb918141ab" /><Relationship Type="http://schemas.openxmlformats.org/officeDocument/2006/relationships/image" Target="/ppt/media/image2.png" Id="Rec23f7c286e54276" /><Relationship Type="http://schemas.openxmlformats.org/officeDocument/2006/relationships/notesSlide" Target="/ppt/notesSlides/notesSlide3.xml" Id="R154a8cc8c06d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87ded7a2a4638" /><Relationship Type="http://schemas.openxmlformats.org/officeDocument/2006/relationships/notesSlide" Target="/ppt/notesSlides/notesSlide4.xml" Id="Re40bfdfa35b9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85b7b7dd4fa3" /><Relationship Type="http://schemas.openxmlformats.org/officeDocument/2006/relationships/notesSlide" Target="/ppt/notesSlides/notesSlide5.xml" Id="R3e0ba43c70dc44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d0cc4a2649e6" /><Relationship Type="http://schemas.openxmlformats.org/officeDocument/2006/relationships/notesSlide" Target="/ppt/notesSlides/notesSlide6.xml" Id="Rf44d2045cb9b49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cbf5b26534f49" /><Relationship Type="http://schemas.openxmlformats.org/officeDocument/2006/relationships/notesSlide" Target="/ppt/notesSlides/notesSlide7.xml" Id="Rce2e5e22c15041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8929889540e5" /><Relationship Type="http://schemas.openxmlformats.org/officeDocument/2006/relationships/notesSlide" Target="/ppt/notesSlides/notesSlide8.xml" Id="R4096185b08b948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b5ad502fc443c" /><Relationship Type="http://schemas.openxmlformats.org/officeDocument/2006/relationships/notesSlide" Target="/ppt/notesSlides/notesSlide9.xml" Id="Re86d4aeeaf9c48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baad4520438c" /><Relationship Type="http://schemas.openxmlformats.org/officeDocument/2006/relationships/image" Target="/ppt/media/image3.png" Id="R975aaaee3a564bfb" /><Relationship Type="http://schemas.openxmlformats.org/officeDocument/2006/relationships/notesSlide" Target="/ppt/notesSlides/notesSlide10.xml" Id="R64cb8e182fa247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a098c5db24b6c" /><Relationship Type="http://schemas.openxmlformats.org/officeDocument/2006/relationships/notesSlide" Target="/ppt/notesSlides/notesSlide11.xml" Id="Rb386007287c74a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4b097f0224479" /><Relationship Type="http://schemas.openxmlformats.org/officeDocument/2006/relationships/image" Target="/ppt/media/image4.png" Id="Rd0245ce9480844b8" /><Relationship Type="http://schemas.openxmlformats.org/officeDocument/2006/relationships/notesSlide" Target="/ppt/notesSlides/notesSlide12.xml" Id="Rdd399b867a354cd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5FB6F-14E0-475B-BF4B-B88AB78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B8E06-E7FB-459B-A44A-F023462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13C84-ED01-4C2B-86C9-EF26FF5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275A-40A8-4D33-948B-547187B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GOOD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9E491-2F41-46FB-9A31-0F0F760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L011 · 01/12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A164-E856-44B9-A42B-1107C70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D37F-BB8F-4146-92E7-32AF5A8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第一個好提示詞：任務、背景、限制、格式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0F41E-3799-459D-9A13-E32D02B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9924-92DB-436D-8F7B-98E4242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第十一堂任務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71F37-8ACE-469E-A741-AF30116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050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第一個</a:t>
            </a:r>
          </a:p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好提示詞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9F7BD-9752-41C4-BA80-944206D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任務、背景、限制、格式，一格一格說清楚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40ADE-9E81-466D-AB92-F0788019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第十一堂  ·  依課表製作的課前教學版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e52f8e0146e2"/>
          <a:stretch xmlns:a="http://schemas.openxmlformats.org/drawingml/2006/main"/>
        </p:blipFill>
        <p:spPr>
          <a:xfrm xmlns:a="http://schemas.openxmlformats.org/drawingml/2006/main">
            <a:off x="7905934" y="3276600"/>
            <a:ext cx="3923932" cy="2208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901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A8FDF-0A26-4AB5-9D52-0FA9047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0C0D-229D-4A52-9A08-FD018C4B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D5C34-F886-4E17-BB12-C3FAC5B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4A3E2-C971-4D96-9860-74C3D879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GOOD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51D3D-E13F-47B0-9162-3F898E1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L011 · 02/12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426FB-E164-4DEC-B08D-E30D9A3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DAC1-9B87-404E-8AAE-F15C303E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第一個好提示詞：任務、背景、限制、格式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1BC82-69E0-407E-B693-88FB7DF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01A07-E021-4D16-812A-A59902B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寫提示詞的三個步驟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2A1F9-F217-4B1C-B31F-32D8F4E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先寫、再試、然後改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8C5F4-E88E-40FF-A201-19945C4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72F21-E0AD-430B-9164-ED9F625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DBF8D-D7BF-4DAA-B14C-0FF82851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把要它做的事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寫下來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51D7-1303-4008-BCCC-ACAE4B2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159D6-9798-4EB5-AD1D-C80C201F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4443-04FD-44CB-86A5-BDE2746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384A8-4A5D-41D2-A421-29C7BA7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看它照你的話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做出了什麼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391EA-D475-4AF5-B429-F5C9882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77F44-9521-4837-B5D9-DD8CA60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714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C3E51-BD62-4CF2-8454-77D2A5C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43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6D56C-250D-4215-A3D8-D9230A0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哪裡不對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補一句再試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59ACD-30E4-48C5-8ADE-8F66868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今天的作品：Prompt 四格卡</a:t>
            </a:r>
          </a:p>
        </p:txBody>
      </p:sp>
    </p:spTree>
    <p:extLst>
      <p:ext uri="{BB962C8B-B14F-4D97-AF65-F5344CB8AC3E}">
        <p14:creationId xmlns:p14="http://schemas.microsoft.com/office/powerpoint/2010/main" val="213567301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BAA85-7BCE-4397-9C31-1B021B5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B59EF-386A-4282-942F-3AF04A3E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2E1A-3824-401C-A4E8-B6C9C60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4ED8-8BC9-4FFE-A8C5-F23DAA5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GOOD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37CF-9118-435F-99C4-507F6A1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L011 · 03/12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47E9-E943-4D0E-9622-E48021D0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1516A-4913-4D46-963F-390D4A3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第一個好提示詞：任務、背景、限制、格式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E8F7-F6EC-44F4-8B52-2A48DA9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EF589-74D1-44C7-87A1-B5A5DFB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提示詞：你交代給 AI 的話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DA111-FC0E-4CD3-8431-6034FB9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可以是一個問題，也可以是一件要它做的事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4ECE-62BC-4828-B2F4-5429325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BD05-AD46-4B5D-8A2E-3649FFCC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955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它不會讀心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DDBB2-E2F9-4C47-B861-8806058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813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你沒寫出來的，它只能自己猜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93BFF-EB17-4426-8E50-7A4FDB6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D1378-FE3A-4E5A-B7A8-5E05607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24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寫清楚比較有用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9B2F8-CD8B-490E-A0D8-CC271D6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00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通常比較容易得到你要的東西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1F8D6-8833-48B6-BBC2-45CDEBF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CD6D1-37AB-4D6A-9BF0-FC910251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還是有極限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44EB0-F044-4212-8D30-F2FB68E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387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同一句話每次回答可能不同，也可能出錯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3f7c286e54276"/>
          <a:stretch xmlns:a="http://schemas.openxmlformats.org/drawingml/2006/main"/>
        </p:blipFill>
        <p:spPr>
          <a:xfrm xmlns:a="http://schemas.openxmlformats.org/drawingml/2006/main">
            <a:off x="9067923" y="3028950"/>
            <a:ext cx="2619129" cy="147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1834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73393-EFB5-4A98-86E7-A558CAF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02777-7C0B-4C2B-82B1-9221AED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A910-FEAB-4772-8D2F-23EA5F6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EF2EE-5F1D-4CB7-A63C-1A6A38CC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GOOD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EB7E-31AD-40B2-B8F6-209B239E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L011 · 04/12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86C83-64FD-4F3B-9866-611EEBB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456A0-A883-44BB-A110-018AC97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第一個好提示詞：任務、背景、限制、格式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C1631-6816-4C34-8D2C-3761833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2B4DF-6175-43AC-A2CA-E797BE3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好提示詞的四個格子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73212-295F-4664-9509-BEE0CBF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一格說一件事，缺哪一格就補哪一格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9E95D-FD05-4BA5-8315-2E10EF6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05075"/>
            <a:ext cx="1085850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7010-BCD9-4AFE-B3EE-F2CF21B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四個格子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4C19A-623F-4463-8828-28E46AB2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E39EA-96C9-44A7-9404-C155E50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任務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D4E72-DB1F-45C4-9A15-C387F5E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要它做什麼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EEE00-B13F-4CCA-8135-429F95A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B9014-432E-46FB-8E54-67A4D12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背景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19C4A-A0DE-48C4-96B5-29AE010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給誰看、用在哪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B9631-D6B6-4A83-AA68-4FB40C4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93E69-D9F1-4C4A-9504-B6F4F5C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限制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8B02D-2AEA-4B5F-B77F-9133A2E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幾句話、不要什麼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B213E-4BBA-443B-B52A-2F0FE62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16258-A662-4C89-AD41-DBF59C8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格式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6751-BE75-4F38-9317-129A242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答案排成什麼樣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31B5B-E3AB-4F86-B881-463F10D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四個格子是本課的整理，各家的說法不完全一樣</a:t>
            </a:r>
          </a:p>
        </p:txBody>
      </p:sp>
    </p:spTree>
    <p:extLst>
      <p:ext uri="{BB962C8B-B14F-4D97-AF65-F5344CB8AC3E}">
        <p14:creationId xmlns:p14="http://schemas.microsoft.com/office/powerpoint/2010/main" val="167854426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9F304-5B6E-4ECF-9C90-00D9788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9A5A-BAF0-48F5-8990-5B4A882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EFC3-C31E-45EE-B1B3-984F4AA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9757-3F1B-4EFC-992A-837BB3E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GOOD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6B9D-8E05-45B5-82DA-8E9FD63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L011 · 05/12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715D2-4CE7-40FA-817E-4D2AA1B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1C166-E003-442E-AA6F-006BA2D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第一個好提示詞：任務、背景、限制、格式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BC8BB-ED2E-4B38-841F-74B41F4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210A-0D1B-4434-8D88-EE5D6C7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模糊和清楚差在哪裡？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E0B1-EF4E-4A6B-8B95-70AE4FE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同一個主題，寫法不同，答案就不同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8878-AA73-4717-B152-A4033C4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4572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A5FEF-1937-4F06-AE5E-DBFE5CD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只寫五個字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450EB-4721-488F-8518-507520B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介紹機器人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4B9AA-5B9C-493B-ADB8-F9342A0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95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C7207-8BF9-4412-A538-E8FA915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95575"/>
            <a:ext cx="519112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3D441-7B42-4FB2-830B-2EF474F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補上四個格子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F7FE2-EF33-45DA-994E-E2CAD94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042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任務＋背景＋限制＋格式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E027F-CF90-4BEF-9893-80F73FC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你沒寫的，它只能用猜的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DACC-C28D-410C-8463-2B7822D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寫清楚不是寫很多，是把該說的說到</a:t>
            </a:r>
          </a:p>
        </p:txBody>
      </p:sp>
    </p:spTree>
    <p:extLst>
      <p:ext uri="{BB962C8B-B14F-4D97-AF65-F5344CB8AC3E}">
        <p14:creationId xmlns:p14="http://schemas.microsoft.com/office/powerpoint/2010/main" val="174863248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CC505-827E-41D4-9607-7E613B3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18ACC-7141-480D-820C-C3F9828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B4CE-2EEE-40A7-A9FF-D5BCDCF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A6196-CC6C-4F4E-ABF5-49B768C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GOOD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441B-FD9D-4183-90B0-6ABBDAF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L011 · 06/12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4F94E-BB68-40AF-9813-9288271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38368-0361-4B17-B135-10368D2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第一個好提示詞：任務、背景、限制、格式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4872B-9405-4FBD-8519-2660383A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25D58-E48F-431E-B98B-E05B67B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一輪加一格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80AC9-E85A-4F31-B65B-69E4611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每補一格就試一次，看答案哪裡不一樣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EC8F4-D741-43B8-8D37-74F2137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31432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7DFA-F49D-4C24-BB72-4E8D6EC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加任務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765E2-BB14-4FF4-84F9-F5472B8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762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寫一張科普卡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B0193-26D1-4FF9-9571-F4304C1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71775"/>
            <a:ext cx="33813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FFBBC-8F43-4582-B2ED-DDC2D7C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337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加背景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A2E4A-F98B-446F-8042-7B3B695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76625"/>
            <a:ext cx="30003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給三年級同學看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6EF27-5373-4150-A8CC-546189B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71775"/>
            <a:ext cx="38004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F9E8-F094-4279-9DCB-E9D2026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33700"/>
            <a:ext cx="3419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加限制和格式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BF58E-3020-4D61-9A71-E7BB22E8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4194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三個小知識，各一句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D278-8FC4-479D-BED8-9F94B17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每一輪只加一格，才看得出哪一格有用</a:t>
            </a:r>
          </a:p>
        </p:txBody>
      </p:sp>
    </p:spTree>
    <p:extLst>
      <p:ext uri="{BB962C8B-B14F-4D97-AF65-F5344CB8AC3E}">
        <p14:creationId xmlns:p14="http://schemas.microsoft.com/office/powerpoint/2010/main" val="25529677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51821-E1D9-4F03-A1F4-58B8051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21B96-4AF8-4FFE-9598-72396F5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763A-8B6A-4AEE-B4D6-D399CD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95050-216F-4E2C-951C-27F9F6DF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GOOD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83EEB-6C1E-4954-8118-BB8AF8B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L011 · 07/12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969B-502F-4613-9C38-1EF27BB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725B5-4AFF-4554-8AF7-E327329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第一個好提示詞：任務、背景、限制、格式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84212-33D0-4FFD-9430-01D6311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2F9A-C11B-4B52-BFEE-8118887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角色扮演：爸爸當機器人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D851-0FBC-430A-842A-E4228DF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不用登入任何工具，也能練習寫提示詞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AAECC-07C8-45DE-8974-8DAD05B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孩子寫提示詞  →  爸爸照字面回答  →  一起看結果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79B45-47FC-4B91-A804-6BED237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C263-39F0-4496-BB70-27E686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守則一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20E7B-4075-4D36-B91B-E7CBAEC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只做寫到的事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9639E-237F-4D24-9252-44D72F5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6DC0F-8650-47A6-8290-C8F07E8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守則二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068CF-B684-4C28-8645-48F0073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沒寫到的就亂猜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BEBEC-F150-47DA-83DF-FCC1AEC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5544-71E6-438E-BC72-577FF00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守則三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9F0AB-628F-44FA-8E2A-A386F78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不可以反問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E8EF5-DFCD-4843-AF21-C32A2DF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少寫一格，答案會差多少？</a:t>
            </a:r>
          </a:p>
        </p:txBody>
      </p:sp>
    </p:spTree>
    <p:extLst>
      <p:ext uri="{BB962C8B-B14F-4D97-AF65-F5344CB8AC3E}">
        <p14:creationId xmlns:p14="http://schemas.microsoft.com/office/powerpoint/2010/main" val="93182761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86372-F30A-4E13-B18F-DA1C8BB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76E11-4BDC-43B6-A636-CE20528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053B-AE9A-4D1D-9C0B-0C66CEA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7B777-2BEB-4890-A16C-B6681D5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GOOD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94C7-02C7-413C-B65C-598C453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L011 · 08/12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B2A5D-D21B-4EE7-964F-D3FCC14B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07DA-CD42-468D-9FA7-69E7174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第一個好提示詞：任務、背景、限制、格式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F73F-8C05-4998-8A61-E53FB3E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DAD61-383E-4599-B570-C9F7F7E7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三件要注意的事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584D7-C49F-492A-A10C-E6C48574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寫提示詞之前，先想到安全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9AC0F-B4F0-4C2F-8A05-CEBFD31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5810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一、不寫個資：姓名、學校、住址、照片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二、答案要查證：寫得再好也可能錯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三、有年齡限制：請爸爸用他的帳號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5D711-648B-4721-913D-5EB2AF9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71750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為什麼不寫個資？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1310-8F0F-4C22-B1CE-A6A3D01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766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寫進去的東西，可能被保存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12752-C9A3-486F-9001-48423A3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43350"/>
            <a:ext cx="4276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不想被別人看到的</a:t>
            </a:r>
          </a:p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就不要寫進去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B7009-842C-4AA9-8CC6-458B48B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暫停影片：說出這三件要注意的事</a:t>
            </a:r>
          </a:p>
        </p:txBody>
      </p:sp>
    </p:spTree>
    <p:extLst>
      <p:ext uri="{BB962C8B-B14F-4D97-AF65-F5344CB8AC3E}">
        <p14:creationId xmlns:p14="http://schemas.microsoft.com/office/powerpoint/2010/main" val="162025003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4CB7-C0AF-4496-8CB0-D1603C7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2D067-1474-44F4-8964-C1EADEC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C13C-A50A-468A-89EF-2126ED3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4894-4F66-4BDA-BC3D-167C59A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GOOD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E446-75CA-46F0-90CC-7CDB62C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L011 · 09/12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8641B-9445-488A-9859-8D4390D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4117B-9818-4A06-A8EE-2C68CFA6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第一個好提示詞：任務、背景、限制、格式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EA854-6195-4340-B051-434E260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1742-6C30-47F4-84D4-DE55098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四輪提示詞改造賽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30A55-51BB-4C3D-B3CC-A1DA3CB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孩子寫提示詞，爸爸當機器人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EFEA1-1686-442B-92CE-84B5BB0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9850"/>
            <a:ext cx="510540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43D0C-6171-40DC-BD0D-E24D8D1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第一回合：機器人上場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2D87F-A3EC-4A17-8CA4-8C4E0E1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4724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一共四輪，每輪只加一格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爸爸照字面寫出答案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58341-7262-4B9E-9B93-83DC37D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542925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BC0F4-18AE-4011-A539-1EF681B1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第二回合：比一比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699C2-1693-457E-8A0A-524E5D8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5048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四輪答案排在一起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說出哪一格差最多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B7AD-6296-4A99-B4B6-3C4EC7F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想試真正的 AI：請爸爸操作，而且不寫個資</a:t>
            </a:r>
          </a:p>
        </p:txBody>
      </p:sp>
    </p:spTree>
    <p:extLst>
      <p:ext uri="{BB962C8B-B14F-4D97-AF65-F5344CB8AC3E}">
        <p14:creationId xmlns:p14="http://schemas.microsoft.com/office/powerpoint/2010/main" val="41881820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5B7C4-5F33-4569-88B4-3E002E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87322-E497-4E0D-B109-208A5C9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42D4-9C36-4B23-A35A-1EB02F4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E7724-8444-4710-A45F-7D9E7D6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GOOD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4DA5-F4EE-46D9-BA36-3F71AE41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L011 · 10/12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DCE5-E499-49C7-82F7-7E7BC91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027B8-47E0-4742-8670-DD05139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第一個好提示詞：任務、背景、限制、格式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E136-9364-4408-AF3A-AE6865E4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39A64-F7AD-466E-A819-A9CBC7C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換你設計：我的 Prompt 四格卡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81646-7949-4EC5-BED3-760BEED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換一個喜歡的主題，再加一格自己的規則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C069D-F973-4AB0-915A-85C6B3E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3E3A-DF33-4AA6-BF77-C711907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669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四格都填滿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F6DB7-1362-43E6-8363-4B8FC29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527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任務、背景、限制、格式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E7AC-A886-4081-BD27-AAC24AF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3F3F9-D4A9-48E1-AAD6-EB32610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337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加一格自選規則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7F50-72A2-4CE9-95C9-D58E9B0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95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例如：語氣、舉例、最後反問我一題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942DB-8D66-44E8-A58D-C09C938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B270F-2B19-4B8D-AD20-CD3E7EE1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005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寫下使用約定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B412F-1F6A-4310-BA7C-B1FF21F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863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用了要說明；不把它寫的當成自己的作品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aaaee3a564bfb"/>
          <a:stretch xmlns:a="http://schemas.openxmlformats.org/drawingml/2006/main"/>
        </p:blipFill>
        <p:spPr>
          <a:xfrm xmlns:a="http://schemas.openxmlformats.org/drawingml/2006/main">
            <a:off x="9153641" y="3114675"/>
            <a:ext cx="2476267" cy="13936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9597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51C18-A484-46C6-845A-F5C3F0C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3D445-12DF-4E92-92B7-7B6A17E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4B48-6E4B-43C8-8DCE-E740517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3135-DFAD-4B49-A573-BB63F3D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GOOD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8C7EC-753E-4A1E-B5B5-7BE508D4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L011 · 11/12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08CA8-39CD-4689-A571-221AF81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F0A9C-C984-41CB-87B3-74E55748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第一個好提示詞：任務、背景、限制、格式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0C8D9-F12D-46AA-A86D-BBFD6F5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26D23-7DBF-4478-9196-8CDCF0E6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兩小時的提示詞課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477D-626C-4649-A0A0-D0EA818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影片先引路，接下來用四格卡練習把話說清楚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BBE76-5A41-48EC-8D4C-7E7836E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B5EF3-7919-4E05-A5BC-D4C324A0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00–25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FF5A3-9AB1-4DDA-8142-74AC936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開場十分＋概念十五分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78743-5D95-4521-AB3A-638A635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1D721-B5E9-460F-BA0A-A842A5EE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25–65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4F9ED-549E-418F-9972-620B5CF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四輪提示詞改造賽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0B275-99F2-4801-8203-B21A73D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028C8-58CC-41E9-80EA-5943D83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65–75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2CEBD-B221-4602-8E16-30EEE11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休息十分鐘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106B7-2C47-40DB-8316-9A5EB799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74511-469A-47D4-84E6-D5871DC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75–105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8C673-CC9A-459C-8AB4-899D319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我的四格卡＋自選規則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D7487-5325-405B-9463-F193CF6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89E7A-EAD4-4474-97F6-7CA3632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105–115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E1E7A-714D-4FD0-AEDE-F663603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孩子教爸爸寫提示詞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1C3B7-895F-4D8B-A841-66108D6E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A8D4-4138-4215-B4CD-8403584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115–120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6CA23-7C02-45F8-9BF7-B8EC55A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錄音總結＋作品存檔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C1EEE-5F17-482D-B05B-00F33EE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今日生活技能：數位公民，話要說清楚，答案要查證</a:t>
            </a:r>
          </a:p>
        </p:txBody>
      </p:sp>
    </p:spTree>
    <p:extLst>
      <p:ext uri="{BB962C8B-B14F-4D97-AF65-F5344CB8AC3E}">
        <p14:creationId xmlns:p14="http://schemas.microsoft.com/office/powerpoint/2010/main" val="76112488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17C6A-C66C-46F0-9F5F-1077E8B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AEBA-AA94-416E-BA8A-501C0A6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BE332-40E7-4029-9F70-3C83E53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B8E47-F5D4-4F9F-A124-32ACFBE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GOOD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305CB-A0EB-4F56-B2C6-91B32CC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L011 · 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4645-DD68-464F-834F-DA00DBD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87DB-074B-48A0-8ED7-FA81BDBB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第一個好提示詞：任務、背景、限制、格式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BFB36-9853-48AF-9BA9-9132950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0854-BCC8-499F-9FF6-9E015FC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最後一關：教爸爸寫提示詞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77FC5-1932-447B-B973-D104DE4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暫停影片：不看稿示範一次，再指出一個限制或安全注意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3625-631C-4C75-A075-486BA7C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9B1CB-D308-47BF-8E1C-FD0456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384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完成 Prompt 四格卡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211DD-350E-486C-BD5E-5A2FD5F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2417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四格都有內容，還有一格自選規則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5B44A-7151-480C-8FF8-1D3DE68A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6E6D0-719A-48B6-A673-3B1205C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385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當場改一句模糊的話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B9D58-DE7E-4C3F-83B8-65AFA4B9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2430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爸爸出題，一格一格補上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01D8A-ADA3-4C68-8B67-C62753E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B444-7494-4930-8312-1F9BCF1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386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指出一個限制或安全注意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5264-D608-4CE4-8E34-5F40A61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2442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例如：寫得再清楚，答案也可能錯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45ce9480844b8"/>
          <a:stretch xmlns:a="http://schemas.openxmlformats.org/drawingml/2006/main"/>
        </p:blipFill>
        <p:spPr>
          <a:xfrm xmlns:a="http://schemas.openxmlformats.org/drawingml/2006/main">
            <a:off x="9010780" y="2867025"/>
            <a:ext cx="2761991" cy="1554446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27016-B0D0-4E31-A739-B3D936D2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保持好奇，我們下次見！</a:t>
            </a:r>
          </a:p>
        </p:txBody>
      </p:sp>
    </p:spTree>
    <p:extLst>
      <p:ext uri="{BB962C8B-B14F-4D97-AF65-F5344CB8AC3E}">
        <p14:creationId xmlns:p14="http://schemas.microsoft.com/office/powerpoint/2010/main" val="770859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2026-09-27T07:18:22.0520000Z</dcterms:created>
  <dcterms:modified xsi:type="dcterms:W3CDTF">2026-09-27T07:18:22.0530000Z</dcterms:modified>
</coreProperties>
</file>