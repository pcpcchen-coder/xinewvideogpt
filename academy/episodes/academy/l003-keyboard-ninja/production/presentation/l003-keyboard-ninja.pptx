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0e8ce91964ac0" /><Relationship Type="http://schemas.openxmlformats.org/officeDocument/2006/relationships/extended-properties" Target="/docProps/app.xml" Id="R20d96c7851d4464b" /><Relationship Type="http://schemas.openxmlformats.org/officeDocument/2006/relationships/officeDocument" Target="/ppt/presentation.xml" Id="R8051fff4c0214c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b83d0d23a4bdb"/>
  </p:sldMasterIdLst>
  <p:notesMasterIdLst>
    <p:notesMasterId xmlns:r="http://schemas.openxmlformats.org/officeDocument/2006/relationships" r:id="Rbf6ee7cecd5f4b05"/>
  </p:notesMasterIdLst>
  <p:sldIdLst>
    <p:sldId xmlns:r="http://schemas.openxmlformats.org/officeDocument/2006/relationships" id="256" r:id="Rae38c6f0856a4c63"/>
    <p:sldId xmlns:r="http://schemas.openxmlformats.org/officeDocument/2006/relationships" id="257" r:id="R68dc5e59db0440f3"/>
    <p:sldId xmlns:r="http://schemas.openxmlformats.org/officeDocument/2006/relationships" id="258" r:id="R22aa1bd515bd42dd"/>
    <p:sldId xmlns:r="http://schemas.openxmlformats.org/officeDocument/2006/relationships" id="259" r:id="R81090b7dde1b446d"/>
    <p:sldId xmlns:r="http://schemas.openxmlformats.org/officeDocument/2006/relationships" id="260" r:id="Rc8106d65de5a4d6f"/>
    <p:sldId xmlns:r="http://schemas.openxmlformats.org/officeDocument/2006/relationships" id="261" r:id="Rb4b714273d424f2a"/>
    <p:sldId xmlns:r="http://schemas.openxmlformats.org/officeDocument/2006/relationships" id="262" r:id="R3c2e43536b2c4015"/>
    <p:sldId xmlns:r="http://schemas.openxmlformats.org/officeDocument/2006/relationships" id="263" r:id="R7e9ea67454be4093"/>
    <p:sldId xmlns:r="http://schemas.openxmlformats.org/officeDocument/2006/relationships" id="264" r:id="R5333aa24ee44442b"/>
    <p:sldId xmlns:r="http://schemas.openxmlformats.org/officeDocument/2006/relationships" id="265" r:id="R88bdecd1bf354b9f"/>
    <p:sldId xmlns:r="http://schemas.openxmlformats.org/officeDocument/2006/relationships" id="266" r:id="R781a102ee74a4cef"/>
    <p:sldId xmlns:r="http://schemas.openxmlformats.org/officeDocument/2006/relationships" id="267" r:id="R30e19ed7f69649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ed6f117744b67" /><Relationship Type="http://schemas.openxmlformats.org/officeDocument/2006/relationships/slideMaster" Target="/ppt/slideMasters/slideMaster1.xml" Id="Rbe5b83d0d23a4bdb" /><Relationship Type="http://schemas.openxmlformats.org/officeDocument/2006/relationships/notesMaster" Target="/ppt/notesMasters/notesMaster1.xml" Id="Rbf6ee7cecd5f4b05" /><Relationship Type="http://schemas.openxmlformats.org/officeDocument/2006/relationships/presProps" Target="/ppt/presProps.xml" Id="Ra84fa3b7dcce4989" /><Relationship Type="http://schemas.openxmlformats.org/officeDocument/2006/relationships/tableStyles" Target="/ppt/tableStyles.xml" Id="R222a5531cbda4872" /><Relationship Type="http://schemas.openxmlformats.org/officeDocument/2006/relationships/slide" Target="/ppt/slides/slide1.xml" Id="Rae38c6f0856a4c63" /><Relationship Type="http://schemas.openxmlformats.org/officeDocument/2006/relationships/slide" Target="/ppt/slides/slide2.xml" Id="R68dc5e59db0440f3" /><Relationship Type="http://schemas.openxmlformats.org/officeDocument/2006/relationships/slide" Target="/ppt/slides/slide3.xml" Id="R22aa1bd515bd42dd" /><Relationship Type="http://schemas.openxmlformats.org/officeDocument/2006/relationships/slide" Target="/ppt/slides/slide4.xml" Id="R81090b7dde1b446d" /><Relationship Type="http://schemas.openxmlformats.org/officeDocument/2006/relationships/slide" Target="/ppt/slides/slide5.xml" Id="Rc8106d65de5a4d6f" /><Relationship Type="http://schemas.openxmlformats.org/officeDocument/2006/relationships/slide" Target="/ppt/slides/slide6.xml" Id="Rb4b714273d424f2a" /><Relationship Type="http://schemas.openxmlformats.org/officeDocument/2006/relationships/slide" Target="/ppt/slides/slide7.xml" Id="R3c2e43536b2c4015" /><Relationship Type="http://schemas.openxmlformats.org/officeDocument/2006/relationships/slide" Target="/ppt/slides/slide8.xml" Id="R7e9ea67454be4093" /><Relationship Type="http://schemas.openxmlformats.org/officeDocument/2006/relationships/slide" Target="/ppt/slides/slide9.xml" Id="R5333aa24ee44442b" /><Relationship Type="http://schemas.openxmlformats.org/officeDocument/2006/relationships/slide" Target="/ppt/slides/slide10.xml" Id="R88bdecd1bf354b9f" /><Relationship Type="http://schemas.openxmlformats.org/officeDocument/2006/relationships/slide" Target="/ppt/slides/slide11.xml" Id="R781a102ee74a4cef" /><Relationship Type="http://schemas.openxmlformats.org/officeDocument/2006/relationships/slide" Target="/ppt/slides/slide12.xml" Id="R30e19ed7f69649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42ae6353d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6cddb04b3486d" /><Relationship Type="http://schemas.openxmlformats.org/officeDocument/2006/relationships/notesMaster" Target="/ppt/notesMasters/notesMaster1.xml" Id="R035f792806d045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2707ec13dd4367" /><Relationship Type="http://schemas.openxmlformats.org/officeDocument/2006/relationships/notesMaster" Target="/ppt/notesMasters/notesMaster1.xml" Id="R8456dd118449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8091d35d34d2c" /><Relationship Type="http://schemas.openxmlformats.org/officeDocument/2006/relationships/notesMaster" Target="/ppt/notesMasters/notesMaster1.xml" Id="R3971e8e1c488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4ae079e44e4f83" /><Relationship Type="http://schemas.openxmlformats.org/officeDocument/2006/relationships/notesMaster" Target="/ppt/notesMasters/notesMaster1.xml" Id="R3a312e3dde56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f4bf5c4e7f44ec" /><Relationship Type="http://schemas.openxmlformats.org/officeDocument/2006/relationships/notesMaster" Target="/ppt/notesMasters/notesMaster1.xml" Id="Ra8cba3d9f389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6026168d545d8" /><Relationship Type="http://schemas.openxmlformats.org/officeDocument/2006/relationships/notesMaster" Target="/ppt/notesMasters/notesMaster1.xml" Id="Re58cb093b860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bee34ce9024073" /><Relationship Type="http://schemas.openxmlformats.org/officeDocument/2006/relationships/notesMaster" Target="/ppt/notesMasters/notesMaster1.xml" Id="Rd3e723483f4845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35ebb9c53d498c" /><Relationship Type="http://schemas.openxmlformats.org/officeDocument/2006/relationships/notesMaster" Target="/ppt/notesMasters/notesMaster1.xml" Id="Ra98a96c5398f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49c571d7d4837" /><Relationship Type="http://schemas.openxmlformats.org/officeDocument/2006/relationships/notesMaster" Target="/ppt/notesMasters/notesMaster1.xml" Id="R63e70110f15341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c2ae6505094115" /><Relationship Type="http://schemas.openxmlformats.org/officeDocument/2006/relationships/notesMaster" Target="/ppt/notesMasters/notesMaster1.xml" Id="R6411b6fcbbd04f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39f7d38d804fc2" /><Relationship Type="http://schemas.openxmlformats.org/officeDocument/2006/relationships/notesMaster" Target="/ppt/notesMasters/notesMaster1.xml" Id="Rc9ff61bbb10b48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3c3580ada140b3" /><Relationship Type="http://schemas.openxmlformats.org/officeDocument/2006/relationships/notesMaster" Target="/ppt/notesMasters/notesMaster1.xml" Id="Rb59ab7affeb2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歡迎回到父子科技學院，我是陳犀牛，今天是第三堂，鍵盤忍者，這是依課表製作的課前教學版，並非實際上課錄音。</a:t>
            </a:r>
          </a:p>
          <a:p xmlns:a="http://schemas.openxmlformats.org/drawingml/2006/main">
            <a:r>
              <a:t>爸爸用 Mac mini 示範，孩子用 MacBook Air 跟做，一起練習複製貼上、復原、切換應用程式、Spotlight 搜尋與截圖。</a:t>
            </a:r>
          </a:p>
          <a:p xmlns:a="http://schemas.openxmlformats.org/drawingml/2006/main">
            <a:r>
              <a:t>準備一份沒有個人資料的練習文件，先熟悉五個動作，再進行三輪計時挑戰，最後由孩子設計題目給爸爸。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第一輪記下完成時間與錯誤，第二輪從相同起點重做，第三輪交換出題；可以看小抄，做錯先修正，再繼續計時。</a:t>
            </a:r>
          </a:p>
          <a:p xmlns:a="http://schemas.openxmlformats.org/drawingml/2006/main">
            <a:r>
              <a:t>先找到 Command 鍵，按住它再按指定的按鍵，完成後放開，觀察目前使用中的應用程式有沒有出現預期結果。</a:t>
            </a:r>
          </a:p>
          <a:p xmlns:a="http://schemas.openxmlformats.org/drawingml/2006/main">
            <a:r>
              <a:t>爸爸示範時可以暫停，等五個動作都做對再比較時間，目標是看見自己的進步，不用和別人的速度比。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  <a:p xmlns:a="http://schemas.openxmlformats.org/drawingml/2006/main">
            <a:r>
              <a:t>https://support.apple.com/zh-tw/102650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在練習文件選取「我的忍者代號：竹風」這一行，按 Command 加 C，將選取的文字放進剪貼板。</a:t>
            </a:r>
          </a:p>
          <a:p xmlns:a="http://schemas.openxmlformats.org/drawingml/2006/main">
            <a:r>
              <a:t>接著點到下一行，確認插入游標在目的位置，再按 Command 加 V，原來的文字會保留，這裡多出一份。</a:t>
            </a:r>
          </a:p>
          <a:p xmlns:a="http://schemas.openxmlformats.org/drawingml/2006/main">
            <a:r>
              <a:t>請檢查兩行是不是相同，有沒有漏字或貼錯位置，再向爸爸說明選取內容和放置游標各自有什麼作用。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https://support.apple.com/zh-tw/102650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在文字後面加上「測試」兩個字，再按 Command 加 Z，觀察剛才的修改是否被復原，讓文件回到前一個狀態。</a:t>
            </a:r>
          </a:p>
          <a:p xmlns:a="http://schemas.openxmlformats.org/drawingml/2006/main">
            <a:r>
              <a:t>想重做時，常見組合是 Shift、Command 加 Z，但哪些動作可以復原，仍要看目前的應用程式與選單。</a:t>
            </a:r>
          </a:p>
          <a:p xmlns:a="http://schemas.openxmlformats.org/drawingml/2006/main">
            <a:r>
              <a:t>這四組按鍵幫你編輯文字，今天只用練習副本操作，重要作品仍要存檔與備份，不能把復原當成萬能保險。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先開啟文字編輯與 Finder，按住 Command，再按 Tab，畫面會讓你選擇已經開啟的應用程式。</a:t>
            </a:r>
          </a:p>
          <a:p xmlns:a="http://schemas.openxmlformats.org/drawingml/2006/main">
            <a:r>
              <a:t>保持按住 Command，繼續按 Tab 移動選擇，選到需要的程式後放開 Command，就能完成切換。</a:t>
            </a:r>
          </a:p>
          <a:p xmlns:a="http://schemas.openxmlformats.org/drawingml/2006/main">
            <a:r>
              <a:t>請在文字編輯和 Finder 之間來回兩次，這個動作切換的是應用程式，不一定是同一程式中的不同視窗。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Command 加空白鍵，通常會開啟 Spotlight，輸入「文字編輯」，確認搜尋結果，再開啟需要的工具。</a:t>
            </a:r>
          </a:p>
          <a:p xmlns:a="http://schemas.openxmlformats.org/drawingml/2006/main">
            <a:r>
              <a:t>如果按鍵變成切換輸入法，或沒有作用，先和爸爸到系統設定的鍵盤快速鍵，查看 Spotlight 的設定與按鍵衝突。</a:t>
            </a:r>
          </a:p>
          <a:p xmlns:a="http://schemas.openxmlformats.org/drawingml/2006/main">
            <a:r>
              <a:t>快捷鍵可以被調整，所以卡住時先觀察畫面與設定，再試一次，完成後回到剛才的練習文件。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Shift、Command 加四，指標會變成十字，拖出需要的範圍，放開滑鼠或觸控式軌跡板，就會拍攝截圖。</a:t>
            </a:r>
          </a:p>
          <a:p xmlns:a="http://schemas.openxmlformats.org/drawingml/2006/main">
            <a:r>
              <a:t>選錯範圍可以按 Escape 取消；如果要拍整個螢幕，則使用 Shift、Command 加三。</a:t>
            </a:r>
          </a:p>
          <a:p xmlns:a="http://schemas.openxmlformats.org/drawingml/2006/main">
            <a:r>
              <a:t>今天只截取練習文字，先關閉會露出私人資料的視窗和通知，再確認選取範圍，避免把帳號或其他人的資訊拍進去。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Shift、Command 加五，開啟截圖工具，在選項裡查看儲存位置，今天練習拍照，不需要啟動錄影。</a:t>
            </a:r>
          </a:p>
          <a:p xmlns:a="http://schemas.openxmlformats.org/drawingml/2006/main">
            <a:r>
              <a:t>截圖預設通常存在桌面，也可以改到其他位置，找不到時先確認目前設定，再去對應資料夾尋找。</a:t>
            </a:r>
          </a:p>
          <a:p xmlns:a="http://schemas.openxmlformats.org/drawingml/2006/main">
            <a:r>
              <a:t>找到後打開截圖，確認文字完整而且沒有私人資訊，再把作品收進本課資料夾，按完快捷鍵還要檢查結果。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https://support.apple.com/zh-tw/102646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暖身後開始第一輪，依序完成複製貼上、加字再復原、切換應用程式、用 Spotlight 找工具，以及區域截圖並打開確認。</a:t>
            </a:r>
          </a:p>
          <a:p xmlns:a="http://schemas.openxmlformats.org/drawingml/2006/main">
            <a:r>
              <a:t>爸爸在五項結果都正確後停表，記下秒數、錯誤與提示次數，再把練習文字恢復成相同起點，進行第二輪。</a:t>
            </a:r>
          </a:p>
          <a:p xmlns:a="http://schemas.openxmlformats.org/drawingml/2006/main">
            <a:r>
              <a:t>兩輪都可以看小抄，修正時間也要算進去，最後比較相同任務的完成時間，說出最常卡住的一步與改善方法。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第三輪換孩子出題，至少組合三種今天學到的動作，寫清楚開始時有哪些工具和文件，以及完成後要看到什麼結果。</a:t>
            </a:r>
          </a:p>
          <a:p xmlns:a="http://schemas.openxmlformats.org/drawingml/2006/main">
            <a:r>
              <a:t>例如複製忍者代號，加上測試字再復原，最後截圖留下證據；先自己試做，確認題目能完成，再請爸爸計時挑戰。</a:t>
            </a:r>
          </a:p>
          <a:p xmlns:a="http://schemas.openxmlformats.org/drawingml/2006/main">
            <a:r>
              <a:t>爸爸做題時先觀察，不急著代操作，記下容易誤解的地方，再修改題目；不同題目的時間分開記錄，不拿來直接比快。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前十分鐘說明任務，十五分鐘由爸爸示範，再用四十分鐘共同練習並完成前兩輪計時，接著休息十分鐘。</a:t>
            </a:r>
          </a:p>
          <a:p xmlns:a="http://schemas.openxmlformats.org/drawingml/2006/main">
            <a:r>
              <a:t>後半段用三十分鐘整理自己的快捷鍵小抄並設計第三輪題目，再用十分鐘交換角色，讓孩子教爸爸完成挑戰。</a:t>
            </a:r>
          </a:p>
          <a:p xmlns:a="http://schemas.openxmlformats.org/drawingml/2006/main">
            <a:r>
              <a:t>最後五分鐘錄下今天卡在哪裡、怎麼解決，把小抄、計時紀錄、挑戰題和截圖收好，留下下次可以接著練習的作品。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請獨立完成五項操作，再向爸爸說明一個曾經卡住的原因，例如貼錯位置、按鍵衝突，或忘記截圖存在哪裡。</a:t>
            </a:r>
          </a:p>
          <a:p xmlns:a="http://schemas.openxmlformats.org/drawingml/2006/main">
            <a:r>
              <a:t>今天的作品是自己的快捷鍵小抄，搭配三輪紀錄、任務截圖與一張孩子出題卡，讓別人也能照著你的說明完成。</a:t>
            </a:r>
          </a:p>
          <a:p xmlns:a="http://schemas.openxmlformats.org/drawingml/2006/main">
            <a:r>
              <a:t>下次我們將用封包接力賽認識網路，今天先把工具練順手；我是陳犀牛，保持好奇，我們下次見！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curriculum/catalog.json：L003；來源 V2 Excel 逐堂課程第 3 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bfb042fec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e4881fad14e5d" /><Relationship Type="http://schemas.openxmlformats.org/officeDocument/2006/relationships/slideLayout" Target="/ppt/slideLayouts/slideLayout1.xml" Id="R15d67a1341734c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67a1341734c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63f79179e4a73" /><Relationship Type="http://schemas.openxmlformats.org/officeDocument/2006/relationships/image" Target="/ppt/media/image.png" Id="R8466300188894e5e" /><Relationship Type="http://schemas.openxmlformats.org/officeDocument/2006/relationships/notesSlide" Target="/ppt/notesSlides/notesSlide1.xml" Id="R364282b3805e4a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988cb2fdf4d31" /><Relationship Type="http://schemas.openxmlformats.org/officeDocument/2006/relationships/notesSlide" Target="/ppt/notesSlides/notesSlide2.xml" Id="R58c835d46746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198997764975" /><Relationship Type="http://schemas.openxmlformats.org/officeDocument/2006/relationships/image" Target="/ppt/media/image2.png" Id="R891b87998d7040fe" /><Relationship Type="http://schemas.openxmlformats.org/officeDocument/2006/relationships/notesSlide" Target="/ppt/notesSlides/notesSlide3.xml" Id="R19338c8746f441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e2e1d4b314476" /><Relationship Type="http://schemas.openxmlformats.org/officeDocument/2006/relationships/notesSlide" Target="/ppt/notesSlides/notesSlide4.xml" Id="Rb5238a7f9873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a754606d44a77" /><Relationship Type="http://schemas.openxmlformats.org/officeDocument/2006/relationships/notesSlide" Target="/ppt/notesSlides/notesSlide5.xml" Id="R354df4fb4d18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9496910d54809" /><Relationship Type="http://schemas.openxmlformats.org/officeDocument/2006/relationships/notesSlide" Target="/ppt/notesSlides/notesSlide6.xml" Id="R38115cdb8e0541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5982a1b1b40ea" /><Relationship Type="http://schemas.openxmlformats.org/officeDocument/2006/relationships/notesSlide" Target="/ppt/notesSlides/notesSlide7.xml" Id="R69f031bbbada47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b27309414a86" /><Relationship Type="http://schemas.openxmlformats.org/officeDocument/2006/relationships/notesSlide" Target="/ppt/notesSlides/notesSlide8.xml" Id="R693d03d3f41b43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d149f2a81476d" /><Relationship Type="http://schemas.openxmlformats.org/officeDocument/2006/relationships/notesSlide" Target="/ppt/notesSlides/notesSlide9.xml" Id="Rd58cece65c4149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b240463944107" /><Relationship Type="http://schemas.openxmlformats.org/officeDocument/2006/relationships/image" Target="/ppt/media/image3.png" Id="Rf2cee44b873043ad" /><Relationship Type="http://schemas.openxmlformats.org/officeDocument/2006/relationships/notesSlide" Target="/ppt/notesSlides/notesSlide10.xml" Id="R3a32a057ac9442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c1afffcda48d5" /><Relationship Type="http://schemas.openxmlformats.org/officeDocument/2006/relationships/notesSlide" Target="/ppt/notesSlides/notesSlide11.xml" Id="Rb2b984b030834c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03ba609f407e" /><Relationship Type="http://schemas.openxmlformats.org/officeDocument/2006/relationships/image" Target="/ppt/media/image4.png" Id="Re15588e108a5485d" /><Relationship Type="http://schemas.openxmlformats.org/officeDocument/2006/relationships/notesSlide" Target="/ppt/notesSlides/notesSlide12.xml" Id="R33708f00be45407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第三堂任務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鍵盤忍者</a:t>
            </a:r>
          </a:p>
          <a:p xmlns:a="http://schemas.openxmlformats.org/drawingml/2006/main">
            <a:pPr>
              <a:buNone/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快捷鍵競速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複製貼上、切換工具、留下截圖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第三堂  ·  依課表製作的課前教學版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6300188894e5e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三輪挑戰，先求正確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先熟悉五個動作，再開始計時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第一次計時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完成五項任務</a:t>
            </a:r>
          </a:p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記下時間與錯誤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相同起點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再做相同任務</a:t>
            </a:r>
          </a:p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比較自己的進步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孩子出題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先試做，再教爸爸</a:t>
            </a:r>
          </a:p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不同題目分開記錄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Command：先按住，再按指定鍵，最後看結果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複製貼上，先確認位置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只用練習文字，完成後比較前後兩行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選取要複製的文字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我的忍者代號：竹風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按 Command +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先選內容，才知道要複製什麼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移到下一行，按 Command + 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確認游標位置，檢查有沒有漏字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b87998d7040fe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復原，回到修改前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先加上「測試」兩字，再復原並檢查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四組常用編輯鍵：Cmd 就是 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Cmd +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複製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Cmd + 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貼上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Cmd + 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復原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Shift-Cmd-Z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重做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可復原哪些動作，依 App 而異；重要作品仍要備份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切換 App，讓工具接力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先開啟文字編輯與 Finder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文字編輯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回到練習文件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Finder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查看課程資料夾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按住 Command，用 Tab 選擇，放開後切換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來回兩次；切換 App 不一定會切換同一 App 的視窗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Spotlight 幫你找工具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Command + 空白鍵：開啟搜尋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開啟搜尋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確認搜尋框出現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輸入名稱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輸入「文字編輯」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確認結果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開啟需要的工具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沒有作用？查看「鍵盤快速鍵」中的 Spotlight 設定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截圖，只留下需要的範圍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先關閉私人視窗與通知，再選取練習文字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區域截圖：Shift + Command + 4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拖出範圍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放開後拍攝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Esc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取消這次選取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全螢幕截圖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Shift + Command + 3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暫停影片：只截取練習文字，避開帳號與通知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截圖完成，還要找得到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Shift + Command + 5：開啟截圖工具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查看：儲存位置</a:t>
            </a:r>
          </a:p>
          <a:p xmlns:a="http://schemas.openxmlformats.org/drawingml/2006/main">
            <a:pPr>
              <a:buNone/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找到：剛才的截圖</a:t>
            </a:r>
          </a:p>
          <a:p xmlns:a="http://schemas.openxmlformats.org/drawingml/2006/main">
            <a:pPr>
              <a:buNone/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打開：檢查內容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截圖工具「選項」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預設桌面，可自行更改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今天只練習拍照</a:t>
            </a:r>
          </a:p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不需要開始錄影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找不到先查儲存設定；確認文字完整、沒有私人資訊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第一、二輪：和自己比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兩輪都可看小抄，修正時間也算入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第一輪：建立紀錄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五項任務都完成才停表</a:t>
            </a:r>
          </a:p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記錄秒數、錯誤與提示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第二輪：相同起點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還原練習文字，再做一次</a:t>
            </a:r>
          </a:p>
          <a:p xmlns:a="http://schemas.openxmlformats.org/drawingml/2006/main">
            <a:pPr>
              <a:buNone/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先比正確，再比完成時間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五項：複製貼上、復原、切 App、搜尋、截圖並檢查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第三輪：孩子設計挑戰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至少組合三種動作，先自己試做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寫出起點與完成條件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例如：複製代號、復原修改、截圖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爸爸計時挑戰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記下時間與結果，觀察哪一步卡住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把題目改清楚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不同題目分開記錄，不直接比快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ee44b873043ad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兩小時的快捷鍵挑戰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爸爸示範，孩子實作，最後交換出題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 10 分＋示範 15 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共同練習＋前兩輪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整理小抄＋設計題目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孩子教爸爸挑戰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錄音整理＋存檔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今日生活技能：觀察結果，遇到問題先找原因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KEYBOARD NINJA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L003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鍵盤忍者：快捷鍵競速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最後一關：能做，也能教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完成五項操作，再解釋一個卡點與解法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自己的快捷鍵小抄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寫下按鍵、用途與常見失誤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三輪紀錄與任務截圖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結果正確，也知道作品存在哪裡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一張孩子出題卡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爸爸能照著完成，再修正說明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588e108a5485d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2026-09-27T07:23:55.4210000Z</dcterms:created>
  <dcterms:modified xsi:type="dcterms:W3CDTF">2026-09-27T07:23:55.4210000Z</dcterms:modified>
</coreProperties>
</file>