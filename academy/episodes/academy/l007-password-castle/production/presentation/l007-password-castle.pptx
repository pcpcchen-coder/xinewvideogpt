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歡迎回到父子科技學院，我是陳犀牛，今天是第七堂，密碼城堡與雙重驗證，這是依課表製作的課前教學版，並非實際上課錄音。</ns0:t>
            </ns0:r>
          </ns0:p>
          <ns1:p xmlns:ns1="http://schemas.openxmlformats.org/drawingml/2006/main">
            <ns1:r>
              <ns1:t>把每一個帳號想成一座城堡，密碼就是城門的鑰匙，今天我們要學會怎麼把城堡守好。</ns1:t>
            </ns1:r>
          </ns1:p>
          <ns2:p xmlns:ns2="http://schemas.openxmlformats.org/drawingml/2006/main">
            <ns2:r>
              <ns2:t>我們會用紙牌玩一場攻防戰，最後完成一張家庭帳號安全清單，而且清單上不會寫下任何真正的密碼。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curriculum/catalog.json：L007；來源 V2 Excel 逐堂課程第 7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守城堡有三道防線。第一道是長密碼，就像又高又厚的城牆，密碼越長，別人越難猜中。</ns0:t>
            </ns0:r>
          </ns0:p>
          <ns1:p xmlns:ns1="http://schemas.openxmlformats.org/drawingml/2006/main">
            <ns1:r>
              <ns1:t>第二道是不重複，每一個帳號都用不同的密碼，這樣一把鑰匙掉了，其他的門還是安全的。</ns1:t>
            </ns1:r>
          </ns1:p>
          <ns2:p xmlns:ns2="http://schemas.openxmlformats.org/drawingml/2006/main">
            <ns2:r>
              <ns2:t>第三道是雙重驗證，就像城門後面的第二道門，就算有人拿到密碼，還要再過一關才進得來。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https://www.nist.gov/cybersecurity-and-privacy/how-do-i-create-good-password</ns4:t>
            </ns4:r>
          </ns4:p>
          <ns5:p xmlns:ns5="http://schemas.openxmlformats.org/drawingml/2006/main">
            <ns5:r>
              <ns5:t>https://consumer.ftc.gov/articles/use-two-factor-authentication-protect-your-accounts</ns5:t>
            </ns5:r>
          </ns5:p>
          <ns6:p xmlns:ns6="http://schemas.openxmlformats.org/drawingml/2006/main">
            <ns6:r>
              <ns6:t>https://support.apple.com/zh-tw/102660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先說長密碼。專家提醒，密碼的長度比花樣更重要，所以最先要做到的事，就是讓它夠長。</ns0:t>
            </ns0:r>
          </ns0:p>
          <ns1:p xmlns:ns1="http://schemas.openxmlformats.org/drawingml/2006/main">
            <ns1:r>
              <ns1:t>一個好方法，是把好幾個彼此沒有關係的詞接在一起，變成一句只有你記得住的長句子，至少要有十五個字元。</ns1:t>
            </ns1:r>
          </ns1:p>
          <ns2:p xmlns:ns2="http://schemas.openxmlformats.org/drawingml/2006/main">
            <ns2:r>
              <ns2:t>不要用生日、名字、電話，也不要用一二三四五六這種大家都想得到的密碼，這些最容易被猜中。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https://www.nist.gov/cybersecurity-and-privacy/how-do-i-create-good-password</ns4:t>
            </ns4:r>
          </ns4:p>
          <ns5:p xmlns:ns5="http://schemas.openxmlformats.org/drawingml/2006/main">
            <ns5:r>
              <ns5:t>https://www.mass.gov/files/documents/2023/10/06/Secure-Our-World-Passwords-Tip-Sheet.pdf</ns5:t>
            </ns5:r>
          </ns5:p>
          <ns6:p xmlns:ns6="http://schemas.openxmlformats.org/drawingml/2006/main">
            <ns6:r>
              <ns6:t>https://moda.gov.tw/ACS/press/news/press/18660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密碼城堡有四個零件：長密碼是城牆，唯一密碼是每一扇門各有一把鑰匙。</ns0:t>
            </ns0:r>
          </ns0:p>
          <ns1:p xmlns:ns1="http://schemas.openxmlformats.org/drawingml/2006/main">
            <ns1:r>
              <ns1:t>密碼管理器是鑰匙保管箱，幫你記住所有的鑰匙；雙重驗證是第二道門，多一層保護。</ns1:t>
            </ns1:r>
          </ns1:p>
          <ns2:p xmlns:ns2="http://schemas.openxmlformats.org/drawingml/2006/main">
            <ns2:r>
              <ns2:t>四個零件各自擋住不同的攻擊，一起用，城堡才真的守得住。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curriculum/catalog.json：L007；來源 V2 Excel 逐堂課程第 7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為什麼不能重複用同一組密碼？因為網站有時候會發生資料外洩，帳號和密碼就可能流到壞人手上。</ns0:t>
            </ns0:r>
          </ns0:p>
          <ns1:p xmlns:ns1="http://schemas.openxmlformats.org/drawingml/2006/main">
            <ns1:r>
              <ns1:t>壞人會拿這些外洩的帳號密碼，到別的網站一個一個試，這種攻擊叫做撞庫。</ns1:t>
            </ns1:r>
          </ns1:p>
          <ns2:p xmlns:ns2="http://schemas.openxmlformats.org/drawingml/2006/main">
            <ns2:r>
              <ns2:t>如果你每個帳號的密碼都不一樣，就算其中一組外洩，壞人也沒辦法拿它去開別的帳號。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https://community.owasp.org/attacks/Credential_stuffing</ns4:t>
            </ns4:r>
          </ns4:p>
          <ns5:p xmlns:ns5="http://schemas.openxmlformats.org/drawingml/2006/main">
            <ns5:r>
              <ns5:t>https://consumer.ftc.gov/articles/use-two-factor-authentication-protect-your-accounts</ns5:t>
            </ns5:r>
          </ns5:p>
          <ns6:p xmlns:ns6="http://schemas.openxmlformats.org/drawingml/2006/main">
            <ns6:r>
              <ns6:t>https://moda.gov.tw/ACS/press/news/press/18660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可是，這麼多又長又不一樣的密碼，誰記得住？這時候就需要密碼管理器，它像一個鑰匙保管箱。</ns0:t>
            </ns0:r>
          </ns0:p>
          <ns1:p xmlns:ns1="http://schemas.openxmlformats.org/drawingml/2006/main">
            <ns1:r>
              <ns1:t>它可以幫你產生又長又難猜的密碼，替每一個帳號各記一組，需要的時候再幫你填進去。</ns1:t>
            </ns1:r>
          </ns1:p>
          <ns2:p xmlns:ns2="http://schemas.openxmlformats.org/drawingml/2006/main">
            <ns2:r>
              <ns2:t>新版的 Mac 就內建一個叫做密碼的 App；要怎麼設定、誰可以打開，請和爸爸一起決定。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https://www.mass.gov/files/documents/2023/10/06/Secure-Our-World-Passwords-Tip-Sheet.pdf</ns4:t>
            </ns4:r>
          </ns4:p>
          <ns5:p xmlns:ns5="http://schemas.openxmlformats.org/drawingml/2006/main">
            <ns5:r>
              <ns5:t>https://www.nist.gov/cybersecurity-and-privacy/how-do-i-create-good-password</ns5:t>
            </ns5:r>
          </ns5:p>
          <ns6:p xmlns:ns6="http://schemas.openxmlformats.org/drawingml/2006/main">
            <ns6:r>
              <ns6:t>https://support.apple.com/zh-tw/120758</ns6:t>
            </ns6:r>
          </ns6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再來是雙重驗證。登入的時候，除了密碼，還要通過第二關，例如輸入一組傳到你裝置上的驗證碼。</ns0:t>
            </ns0:r>
          </ns0:p>
          <ns1:p xmlns:ns1="http://schemas.openxmlformats.org/drawingml/2006/main">
            <ns1:r>
              <ns1:t>第二關有好幾種：驗證碼、手機上的驗證 App，或是實體的安全金鑰；不管哪一種，有開都比沒開安全得多。</ns1:t>
            </ns1:r>
          </ns1:p>
          <ns2:p xmlns:ns2="http://schemas.openxmlformats.org/drawingml/2006/main">
            <ns2:r>
              <ns2:t>最重要的規定：驗證碼不可以給任何人，不管對方說他是客服、老師，還是你的朋友，都不行。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https://support.apple.com/zh-tw/102660</ns4:t>
            </ns4:r>
          </ns4:p>
          <ns5:p xmlns:ns5="http://schemas.openxmlformats.org/drawingml/2006/main">
            <ns5:r>
              <ns5:t>https://consumer.ftc.gov/articles/use-two-factor-authentication-protect-your-accounts</ns5:t>
            </ns5:r>
          </ns5:p>
          <ns6:p xmlns:ns6="http://schemas.openxmlformats.org/drawingml/2006/main">
            <ns6:r>
              <ns6:t>https://consumer.ftc.gov/articles/creating-strong-passwords-and-other-ways-protect-your-accounts</ns6:t>
            </ns6:r>
          </ns6:p>
          <ns7:p xmlns:ns7="http://schemas.openxmlformats.org/drawingml/2006/main">
            <ns7:r>
              <ns7:t>https://support.apple.com/zh-tw/102614</ns7:t>
            </ns7:r>
          </ns7:p>
          <ns8:p xmlns:ns8="http://schemas.openxmlformats.org/drawingml/2006/main">
            <ns8:r>
              <ns8:t>https://www.twcert.org.tw/newepaper/cp-92-8285-1c028-3.html</ns8:t>
            </ns8:r>
          </ns8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現在用紙牌來演一場攻防戰。一個人當守城的人，用詞語牌替三個帳號各組一組密碼；另一個人當攻擊方。</ns0:t>
            </ns0:r>
          </ns0:p>
          <ns1:p xmlns:ns1="http://schemas.openxmlformats.org/drawingml/2006/main">
            <ns1:r>
              <ns1:t>攻擊方會拿到一張外洩名單，上面有其中一個帳號的密碼，他要拿這組密碼，去試另外兩個帳號。</ns1:t>
            </ns1:r>
          </ns1:p>
          <ns2:p xmlns:ns2="http://schemas.openxmlformats.org/drawingml/2006/main">
            <ns2:r>
              <ns2:t>記得，我們只用紙牌和假的帳號來玩，任何時候都不要把真正的密碼說出來或寫下來。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curriculum/catalog.json：L007；來源 V2 Excel 逐堂課程第 7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第一回合，守城的人三個帳號都用同一組牌，看看一個帳號外洩之後，攻擊方可以打開幾個。</ns0:t>
            </ns0:r>
          </ns0:p>
          <ns1:p xmlns:ns1="http://schemas.openxmlformats.org/drawingml/2006/main">
            <ns1:r>
              <ns1:t>第二回合，每個帳號換成不同的牌，再替最重要的帳號加上第二道門，同樣的攻擊再來一次。</ns1:t>
            </ns1:r>
          </ns1:p>
          <ns2:p xmlns:ns2="http://schemas.openxmlformats.org/drawingml/2006/main">
            <ns2:r>
              <ns2:t>把兩回合被攻破的帳號數量記下來，比一比差在哪裡，然後兩個人交換角色再玩一次。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curriculum/catalog.json：L007；來源 V2 Excel 逐堂課程第 7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下半場換你盤點，完成家庭帳號安全清單：先列出家裡常用的帳號，只寫它是哪一種服務，例如信箱或學習平台，不寫密碼。</ns0:t>
            </ns0:r>
          </ns0:p>
          <ns1:p xmlns:ns1="http://schemas.openxmlformats.org/drawingml/2006/main">
            <ns1:r>
              <ns1:t>每個帳號檢查三件事：密碼夠不夠長？有沒有和別的帳號重複？雙重驗證開了沒有？</ns1:t>
            </ns1:r>
          </ns1:p>
          <ns2:p xmlns:ns2="http://schemas.openxmlformats.org/drawingml/2006/main">
            <ns2:r>
              <ns2:t>再加一條你自己的城堡規則，例如申請新帳號之前先問爸爸，或是驗證碼永遠只有自己看。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curriculum/catalog.json：L007；來源 V2 Excel 逐堂課程第 7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這堂課的兩小時這樣走：開場十分鐘，認識城堡的零件十五分鐘，接著用四十分鐘玩紙牌攻防戰，再休息十分鐘。</ns0:t>
            </ns0:r>
          </ns0:p>
          <ns1:p xmlns:ns1="http://schemas.openxmlformats.org/drawingml/2006/main">
            <ns1:r>
              <ns1:t>休息之後，用三十分鐘完成安全清單和自己的城堡規則，再花十分鐘交換角色，由孩子教爸爸怎麼守城。</ns1:t>
            </ns1:r>
          </ns1:p>
          <ns2:p xmlns:ns2="http://schemas.openxmlformats.org/drawingml/2006/main">
            <ns2:r>
              <ns2:t>最後五分鐘錄音總結，替清單取名字並存檔，再檢查一次，上面沒有任何真正的密碼。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curriculum/catalog.json：L007；來源 V2 Excel 逐堂課程第 7 堂</ns4:t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最後一關，請不看稿，向爸爸說出城堡的四個零件：長密碼、不重複、密碼管理器，還有雙重驗證。</ns0:t>
            </ns0:r>
          </ns0:p>
          <ns1:p xmlns:ns1="http://schemas.openxmlformats.org/drawingml/2006/main">
            <ns1:r>
              <ns1:t>再指出一個限制或安全注意事項，例如開了雙重驗證，還是要小心假的登入網頁，因為驗證碼也可能被騙走。</ns1:t>
            </ns1:r>
          </ns1:p>
          <ns2:p xmlns:ns2="http://schemas.openxmlformats.org/drawingml/2006/main">
            <ns2:r>
              <ns2:t>今天的作品是家庭帳號安全清單，下次我們要成立釣魚郵件偵探社，學會看穿假訊息；我是陳犀牛，保持好奇，我們下次見！</ns2:t>
            </ns2:r>
          </ns2:p>
          <ns3:p xmlns:ns3="http://schemas.openxmlformats.org/drawingml/2006/main">
            <ns3:r>
              <ns3:t>[Sources]</ns3:t>
            </ns3:r>
          </ns3:p>
          <ns4:p xmlns:ns4="http://schemas.openxmlformats.org/drawingml/2006/main">
            <ns4:r>
              <ns4:t>curriculum/catalog.json：L007；來源 V2 Excel 逐堂課程第 7 堂</ns4:t>
            </ns4:r>
          </ns4:p>
          <ns5:p xmlns:ns5="http://schemas.openxmlformats.org/drawingml/2006/main">
            <ns5:r>
              <ns5:t>https://pages.nist.gov/800-63-4/sp800-63b.html</ns5:t>
            </ns5:r>
          </ns5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第七堂任務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密碼城堡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與雙重驗證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城牆、鑰匙、第二道門，一起守住帳號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第七堂  ·  依課表製作的課前教學版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守城堡的三道防線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每一道防線，擋住不同的攻擊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長密碼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又高又厚的城牆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越長越難猜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不重複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每個帳號一把鑰匙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掉了一把也不怕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第二道門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雙重驗證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有密碼還要再過一關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今天的作品：家庭帳號安全清單（不寫真密碼）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長密碼：城牆越高越難爬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長度最重要，再來才是花樣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把好幾個不相關的詞接起來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變成一句只有你記得住的長句子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至少十五個字元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各機構的建議從 12 到 16 以上，越長越好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不用生日、名字、電話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也不用 123456 這類常見密碼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密碼城堡的四個零件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每一個零件，擋住不同的攻擊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城堡的四個零件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長密碼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城牆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唯一密碼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一門一把鑰匙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密碼管理器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鑰匙保管箱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雙重驗證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第二道門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四個零件一起用，城堡才守得住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撞庫攻擊：一把鑰匙開很多門？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重複使用密碼，一個外洩就全部危險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一個網站外洩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帳號和密碼流出去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撞庫攻擊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拿去試別的網站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每個帳號都用不同的密碼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這樣一把鑰匙掉了，只有一扇門有危險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密碼管理器：鑰匙保管箱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幫你產生、記住又長又不重複的密碼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幫你產生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又長又難猜的密碼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幫你記住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每個帳號各一組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你要守好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打開保管箱的方法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例如新版 Mac 內建的「密碼」App，請和爸爸一起設定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雙重驗證：第二道門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就算密碼被偷，還有一關要過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輸入密碼  →  通過第二關  →  進門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驗證碼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傳到你的裝置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驗證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在手機上確認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安全金鑰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實體的小鑰匙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驗證碼不給任何人：客服、老師、朋友都不行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紙牌攻防：誰守得住城堡？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一人守城，一人當攻擊方，玩完再交換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一、用詞語牌替三個帳號組密碼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二、攻擊方拿到一張外洩名單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三、拿這組密碼去試別的帳號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角色扮演：攻與守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只用紙牌，不用真密碼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帳號也是假的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真密碼不說也不寫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暫停影片：先分好守城的人和攻擊方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兩回合比一比：差在哪裡？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同樣的攻擊，換一種守法再試一次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第一回合：重複密碼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三個帳號用同一組牌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一個外洩，能打開幾個？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第二回合：不重複＋第二道門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每個帳號不同的牌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最重要的帳號再加一道門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記下每一回合被攻破幾個帳號，再交換角色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換你盤點：家庭帳號安全清單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只寫是哪一種服務和檢查結果，不寫真密碼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列出家裡常用的帳號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只寫種類，例如：信箱、學習平台、遊戲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每個帳號檢查三件事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夠長嗎？有重複嗎？雙重驗證開了嗎？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加一條自己的城堡規則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例如：新帳號先問爸爸、驗證碼只有自己看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兩小時的密碼城堡課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影片先引路，接下來用清單檢查家裡的城堡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開場十分＋概念十五分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紙牌密碼攻防戰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安全清單＋自選規則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孩子教爸爸守城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錄音總結＋作品存檔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今日生活技能：安全，清單上絕對不寫真正的密碼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PASSWORD CASTLE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L007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密碼城堡與雙重驗證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最後一關：教爸爸守城堡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暫停影片：不看稿示範一次，再指出一個限制或安全注意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完成家庭帳號安全清單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上面沒有任何真正的密碼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說出城堡的四個零件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長密碼、不重複、密碼管理器、雙重驗證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指出一個限制或安全注意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例如：開了雙重驗證，也要小心假網頁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