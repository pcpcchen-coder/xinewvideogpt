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歡迎回到父子科技學院，我是陳犀牛，今天是第六堂，來源與證據偵探，這是依課表製作的課前教學版，並非實際上課錄音。</ns0:t>
            </ns0:r>
          </ns0:p>
          <ns1:p xmlns:ns1="http://schemas.openxmlformats.org/drawingml/2006/main">
            <ns1:r>
              <ns1:t>網路上的消息真真假假，今天我們要當偵探：先看這句話是誰說的，再看證據在哪裡。</ns1:t>
            </ns1:r>
          </ns1:p>
          <ns2:p xmlns:ns2="http://schemas.openxmlformats.org/drawingml/2006/main">
            <ns2:r>
              <ns2:t>我們會分析五則科技消息，替每一則的可信度打分數，最後完成一張來源可信度評分表。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curriculum/catalog.json：L006；來源 V2 Excel 逐堂課程第 6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偵探辦案有三個問題。第一問，誰說的？找出這則消息背後的人或單位，看他對這件事了解多少。</ns0:t>
            </ns0:r>
          </ns0:p>
          <ns1:p xmlns:ns1="http://schemas.openxmlformats.org/drawingml/2006/main">
            <ns1:r>
              <ns1:t>第二問，證據呢？看看有沒有可以回頭檢查的東西，例如出處、日期、數字，或是原始照片。</ns1:t>
            </ns1:r>
          </ns1:p>
          <ns2:p xmlns:ns2="http://schemas.openxmlformats.org/drawingml/2006/main">
            <ns2:r>
              <ns2:t>第三問，別人也這麼說嗎？離開這一頁，找找看有沒有另一個可靠的來源，說法是不是一致。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https://cor.inquirygroup.org/blog/get-started-now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先認識兩種來源。原始來源是第一手的紀錄，例如官方公告、當事人自己的說明，或是現場拍下的原始照片。</ns0:t>
            </ns0:r>
          </ns0:p>
          <ns1:p xmlns:ns1="http://schemas.openxmlformats.org/drawingml/2006/main">
            <ns1:r>
              <ns1:t>二手來源是別人整理或轉述的內容，例如整理消息的報導、懶人包，還有朋友轉貼過來的訊息。</ns1:t>
            </ns1:r>
          </ns1:p>
          <ns2:p xmlns:ns2="http://schemas.openxmlformats.org/drawingml/2006/main">
            <ns2:r>
              <ns2:t>二手來源很方便，但是轉述的過程可能漏掉重點，或加進別的意思，遇到重要的事，記得回頭找原始來源。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https://loc.gov/programs/teachers/getting-started-with-primary-sources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接下來，把看到的消息分成四類：原始來源、二手來源、廣告，還有意見，分對了，才知道該怎麼檢查。</ns0:t>
            </ns0:r>
          </ns0:p>
          <ns1:p xmlns:ns1="http://schemas.openxmlformats.org/drawingml/2006/main">
            <ns1:r>
              <ns1:t>廣告的目的，是讓你想買東西或下載程式；意見是一個人的感覺和看法，每個人可以不一樣，所以不能直接當成事實。</ns1:t>
            </ns1:r>
          </ns1:p>
          <ns2:p xmlns:ns2="http://schemas.openxmlformats.org/drawingml/2006/main">
            <ns2:r>
              <ns2:t>同一則消息常常混著好幾類，例如一篇開箱文，可能有事實、有意見，同時還是和廠商合作的廣告。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curriculum/catalog.json：L006；來源 V2 Excel 逐堂課程第 6 堂</ns4:t>
            </ns4:r>
          </ns4:p>
          <ns5:p xmlns:ns5="http://schemas.openxmlformats.org/drawingml/2006/main">
            <ns5:r>
              <ns5:t>https://ftc.gov/system/files/documents/plain-language/1001a-influencer-guide-508_1.pdf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怎麼分辨意見和可以檢查的說法？聽聽這兩句：這支手機最好用；這支手機重一百八十公克。</ns0:t>
            </ns0:r>
          </ns0:p>
          <ns1:p xmlns:ns1="http://schemas.openxmlformats.org/drawingml/2006/main">
            <ns1:r>
              <ns1:t>第一句是意見，每個人的答案可能不同；第二句可以檢查，查官方規格，或是拿秤量一量，就知道對不對。</ns1:t>
            </ns1:r>
          </ns1:p>
          <ns2:p xmlns:ns2="http://schemas.openxmlformats.org/drawingml/2006/main">
            <ns2:r>
              <ns2:t>所以看到一句話，先問自己：這句話有辦法查出對或錯嗎？查得出來的，才能拿來當證據。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curriculum/catalog.json：L006；來源 V2 Excel 逐堂課程第 6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再來看廣告。廣告和廠商合作的內容，通常會有標示，例如廣告、贊助、合作這些字，先把它找出來。</ns0:t>
            </ns0:r>
          </ns0:p>
          <ns1:p xmlns:ns1="http://schemas.openxmlformats.org/drawingml/2006/main">
            <ns1:r>
              <ns1:t>接著想一想目的：這則內容是不是希望你買東西、下載程式，或是點進某一個連結？</ns1:t>
            </ns1:r>
          </ns1:p>
          <ns2:p xmlns:ns2="http://schemas.openxmlformats.org/drawingml/2006/main">
            <ns2:r>
              <ns2:t>不過，沒有標示不代表一定不是廣告，所以重要的決定，要再找一個和廠商沒有合作關係的來源來比較。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https://ftc.gov/system/files/documents/plain-language/1001a-influencer-guide-508_1.pdf</ns4:t>
            </ns4:r>
          </ns4:p>
          <ns5:p xmlns:ns5="http://schemas.openxmlformats.org/drawingml/2006/main">
            <ns5:r>
              <ns5:t>https://www.ftc.gov/business-guidance/blog/2019/11/disclosures-101-new-ftc-resources-social-media-influencers</ns5:t>
            </ns5:r>
          </ns5:p>
          <ns6:p xmlns:ns6="http://schemas.openxmlformats.org/drawingml/2006/main">
            <ns6:r>
              <ns6:t>https://support.google.com/google-ads/answer/1722080?hl=zh-Hant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證據是可以回頭檢查的東西。好的消息會告訴你出處，讓你點進去看原文，而不是只說聽說，或是有人說。</ns0:t>
            </ns0:r>
          </ns0:p>
          <ns1:p xmlns:ns1="http://schemas.openxmlformats.org/drawingml/2006/main">
            <ns1:r>
              <ns1:t>還要看日期，舊消息被重新轉貼，很容易讓人以為是剛發生的事；數字和照片，也要查得到是從哪裡來的。</ns1:t>
            </ns1:r>
          </ns1:p>
          <ns2:p xmlns:ns2="http://schemas.openxmlformats.org/drawingml/2006/main">
            <ns2:r>
              <ns2:t>要記得，很多人轉貼、很多人按讚，只代表它很熱門，不代表它是真的。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https://www.ifla.org/?p=110161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找第二來源有個好方法：不要只停在同一頁，開一個新分頁，搜尋這個網站或作者的名字，看看別人怎麼說。</ns0:t>
            </ns0:r>
          </ns0:p>
          <ns1:p xmlns:ns1="http://schemas.openxmlformats.org/drawingml/2006/main">
            <ns1:r>
              <ns1:t>再找另一個彼此沒有關係的來源，比一比兩邊的說法；如果只是互相轉貼，那其實還是同一個來源。</ns1:t>
            </ns1:r>
          </ns1:p>
          <ns2:p xmlns:ns2="http://schemas.openxmlformats.org/drawingml/2006/main">
            <ns2:r>
              <ns2:t>如果找不到第二來源，先不要急著相信或轉傳，在評分表上老實寫下：還不確定。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https://libguides.princeton.edu/medialiteracy/lateralreading</ns4:t>
            </ns4:r>
          </ns4:p>
          <ns5:p xmlns:ns5="http://schemas.openxmlformats.org/drawingml/2006/main">
            <ns5:r>
              <ns5:t>https://cor.inquirygroup.org/blog/get-started-now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現在開始偵探競速。第一回合比快：五張練習卡，限時三分鐘，分出原始來源、二手來源、廣告和意見。</ns0:t>
            </ns0:r>
          </ns0:p>
          <ns1:p xmlns:ns1="http://schemas.openxmlformats.org/drawingml/2006/main">
            <ns1:r>
              <ns1:t>第二回合比準，不比快：替每一則消息打五項分數，來源、日期、證據、目的，還有第二來源。</ns1:t>
            </ns1:r>
          </ns1:p>
          <ns2:p xmlns:ns2="http://schemas.openxmlformats.org/drawingml/2006/main">
            <ns2:r>
              <ns2:t>每一項零到二分，滿分十分；分數旁邊一定要寫理由，因為偵探靠的是證據，不是感覺。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curriculum/catalog.json：L006；來源 V2 Excel 逐堂課程第 6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下半場換你當主審，自己完成來源可信度評分表，把五則消息的分數、理由和第二來源都填上去。</ns0:t>
            </ns0:r>
          </ns0:p>
          <ns1:p xmlns:ns1="http://schemas.openxmlformats.org/drawingml/2006/main">
            <ns1:r>
              <ns1:t>再加一條你自己的偵探規則，例如沒有日期就先扣分，或是轉傳之前，一定要先查過來源。</ns1:t>
            </ns1:r>
          </ns1:p>
          <ns2:p xmlns:ns2="http://schemas.openxmlformats.org/drawingml/2006/main">
            <ns2:r>
              <ns2:t>也要記下評分表的限制：分數高不保證一定是真的，查不到的時候，寫不確定，比亂猜更厲害。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curriculum/catalog.json：L006；來源 V2 Excel 逐堂課程第 6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這堂課兩小時：開場十分鐘，概念十五分鐘，接著四十分鐘，父子一起分析五則消息，然後休息十分鐘。</ns0:t>
            </ns0:r>
          </ns0:p>
          <ns1:p xmlns:ns1="http://schemas.openxmlformats.org/drawingml/2006/main">
            <ns1:r>
              <ns1:t>休息回來，用三十分鐘完成評分表和自選規則，再用十分鐘交換角色，換孩子教爸爸怎麼查證。</ns1:t>
            </ns1:r>
          </ns1:p>
          <ns2:p xmlns:ns2="http://schemas.openxmlformats.org/drawingml/2006/main">
            <ns2:r>
              <ns2:t>最後五分鐘錄音總結，替作品取名字、存好檔案，把評分表收進這一課的資料夾。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curriculum/catalog.json：L006；來源 V2 Excel 逐堂課程第 6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最後一關，請不看稿，拿一則新的消息，對爸爸示範偵探三問：誰說的？證據呢？別人也這麼說嗎？</ns0:t>
            </ns0:r>
          </ns0:p>
          <ns1:p xmlns:ns1="http://schemas.openxmlformats.org/drawingml/2006/main">
            <ns1:r>
              <ns1:t>再說出一個限制或安全注意事項，例如可疑的連結不要亂點，要求輸入密碼或個人資料的頁面，先停下來問爸爸。</ns1:t>
            </ns1:r>
          </ns1:p>
          <ns2:p xmlns:ns2="http://schemas.openxmlformats.org/drawingml/2006/main">
            <ns2:r>
              <ns2:t>今天的作品是來源可信度評分表，下次我們要蓋密碼城堡，認識雙重驗證；我是陳犀牛，保持好奇，我們下次見！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curriculum/catalog.json：L006；來源 V2 Excel 逐堂課程第 6 堂</ns4:t>
            </ns4:r>
          </ns4:p>
          <ns5:p xmlns:ns5="http://schemas.openxmlformats.org/drawingml/2006/main">
            <ns5:r>
              <ns5:t>https://consumer.ftc.gov/consumer-alerts/2025/04/protect-yourself-phishing-scams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第六堂任務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真真假假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來源與證據偵探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先看誰說的，再看證據在哪裡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第六堂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偵探三問：每則消息都要問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先問清楚，再決定要不要相信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誰說的？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找出背後的人或單位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他了解這件事嗎？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證據呢？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出處、日期、數字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可以回頭檢查嗎？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別人呢？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別人也這麼說嗎？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找第二個來源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今天的作品：一張來源可信度評分表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兩種來源：原始與二手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第一手的紀錄，和別人整理過的內容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原始來源：第一手的紀錄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官方公告、當事人的說明、現場原始照片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二手來源：別人的整理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整理消息的報導、懶人包、轉貼的訊息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重要的事，回頭找原始來源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轉述可能漏掉重點，或加進別的意思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把消息分成四類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分對了，才知道該怎麼檢查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消息的四種類型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原始來源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第一手紀錄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二手來源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別人的整理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廣告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想要你買東西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意見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個人的看法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同一則消息，常常混著好幾類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意見，還是可以檢查的說法？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查得出對或錯的，才能拿來當證據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意見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這支手機最好用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可以檢查的說法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這支手機重 180 公克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意見可以聽，但不能直接當成事實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先問自己：這句話有辦法查出對或錯嗎？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廣告與業配：先找標示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和廠商有合作關係的內容，應該清楚說明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找標示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廣告、贊助、合作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想目的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要你買、下載或點連結？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再比較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找沒有合作關係的來源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沒有標示，不代表一定不是廣告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證據：可以回頭檢查的東西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只說「聽說」或「有人說」，還不算證據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有出處  →  有日期  →  查得到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看出處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點進去看原文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看日期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是不是舊消息？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看數字和照片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查得到出處嗎？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很多人轉貼或按讚，只代表熱門，不代表是真的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找第二來源：離開這一頁去查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開一個新分頁，看看別人怎麼說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一、開新分頁，搜尋網站或作者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二、找另一個沒有關係的來源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三、比一比，兩邊說法一致嗎？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第二來源（橫向查證）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互相轉貼，還是同一個來源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找不到第二來源時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先寫下「還不確定」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暫停影片：替一則消息找出第二來源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偵探競速：快分類，慢判斷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分類可以比快；可信度要慢慢打分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第一回合：快分類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五張練習卡，限時三分鐘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原始、二手、廣告還是意見？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第二回合：慢判斷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五項各 0 到 2 分，滿分 10 分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來源、日期、證據、目的、第二來源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每個分數旁邊都要寫理由：偵探靠證據，不靠感覺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換你當主審：來源可信度評分表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分數要有理由，查不到就老實寫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完成來源可信度評分表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五則消息的分數、理由與第二來源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加一條自己的偵探規則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例如：沒有日期先扣分、轉傳之前先查來源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記下評分表的限制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高分不保證是真的；查不到就寫「不確定」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兩小時的來源偵探課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影片先引路，接下來用評分表證明你會查證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五則消息偵探賽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評分表＋自選規則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孩子教爸爸查證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今日生活技能：資訊判讀，轉傳之前先查來源和證據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SOURCE DETECTIVE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L006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真真假假：來源與證據偵探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最後一關：教爸爸當偵探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完成來源可信度評分表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五則消息都有分數和理由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示範偵探三問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誰說的？證據呢？別人也這麼說嗎？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例如：可疑連結不亂點；不輸入個資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