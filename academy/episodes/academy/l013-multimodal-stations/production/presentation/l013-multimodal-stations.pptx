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988a24aafe451e" /><Relationship Type="http://schemas.openxmlformats.org/officeDocument/2006/relationships/extended-properties" Target="/docProps/app.xml" Id="R89e96513bbe04724" /><Relationship Type="http://schemas.openxmlformats.org/officeDocument/2006/relationships/officeDocument" Target="/ppt/presentation.xml" Id="Rac0ba3e5e13e4c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206fbd42a047d8"/>
  </p:sldMasterIdLst>
  <p:notesMasterIdLst>
    <p:notesMasterId xmlns:r="http://schemas.openxmlformats.org/officeDocument/2006/relationships" r:id="Refa0495f597e460d"/>
  </p:notesMasterIdLst>
  <p:sldIdLst>
    <p:sldId xmlns:r="http://schemas.openxmlformats.org/officeDocument/2006/relationships" id="256" r:id="R49f6f5a24bd647a8"/>
    <p:sldId xmlns:r="http://schemas.openxmlformats.org/officeDocument/2006/relationships" id="257" r:id="R88628df68a374ef0"/>
    <p:sldId xmlns:r="http://schemas.openxmlformats.org/officeDocument/2006/relationships" id="258" r:id="Rd27480d80eb343c1"/>
    <p:sldId xmlns:r="http://schemas.openxmlformats.org/officeDocument/2006/relationships" id="259" r:id="R5757ca2db59c437c"/>
    <p:sldId xmlns:r="http://schemas.openxmlformats.org/officeDocument/2006/relationships" id="260" r:id="R8642c9da82294e9e"/>
    <p:sldId xmlns:r="http://schemas.openxmlformats.org/officeDocument/2006/relationships" id="261" r:id="R55c6f5b785bc40c6"/>
    <p:sldId xmlns:r="http://schemas.openxmlformats.org/officeDocument/2006/relationships" id="262" r:id="R714657ef8fec4c99"/>
    <p:sldId xmlns:r="http://schemas.openxmlformats.org/officeDocument/2006/relationships" id="263" r:id="R11a87a17727342c9"/>
    <p:sldId xmlns:r="http://schemas.openxmlformats.org/officeDocument/2006/relationships" id="264" r:id="R4189eb7daf9648d3"/>
    <p:sldId xmlns:r="http://schemas.openxmlformats.org/officeDocument/2006/relationships" id="265" r:id="R5eeaeb7b63ef4161"/>
    <p:sldId xmlns:r="http://schemas.openxmlformats.org/officeDocument/2006/relationships" id="266" r:id="Rcb59e5ea54904e50"/>
    <p:sldId xmlns:r="http://schemas.openxmlformats.org/officeDocument/2006/relationships" id="267" r:id="Rc97f0bfbfab649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ed54bdca8c42da" /><Relationship Type="http://schemas.openxmlformats.org/officeDocument/2006/relationships/slideMaster" Target="/ppt/slideMasters/slideMaster1.xml" Id="Rf9206fbd42a047d8" /><Relationship Type="http://schemas.openxmlformats.org/officeDocument/2006/relationships/notesMaster" Target="/ppt/notesMasters/notesMaster1.xml" Id="Refa0495f597e460d" /><Relationship Type="http://schemas.openxmlformats.org/officeDocument/2006/relationships/presProps" Target="/ppt/presProps.xml" Id="R3814497235de494e" /><Relationship Type="http://schemas.openxmlformats.org/officeDocument/2006/relationships/tableStyles" Target="/ppt/tableStyles.xml" Id="R1fe61fdcf3e64d9e" /><Relationship Type="http://schemas.openxmlformats.org/officeDocument/2006/relationships/slide" Target="/ppt/slides/slide1.xml" Id="R49f6f5a24bd647a8" /><Relationship Type="http://schemas.openxmlformats.org/officeDocument/2006/relationships/slide" Target="/ppt/slides/slide2.xml" Id="R88628df68a374ef0" /><Relationship Type="http://schemas.openxmlformats.org/officeDocument/2006/relationships/slide" Target="/ppt/slides/slide3.xml" Id="Rd27480d80eb343c1" /><Relationship Type="http://schemas.openxmlformats.org/officeDocument/2006/relationships/slide" Target="/ppt/slides/slide4.xml" Id="R5757ca2db59c437c" /><Relationship Type="http://schemas.openxmlformats.org/officeDocument/2006/relationships/slide" Target="/ppt/slides/slide5.xml" Id="R8642c9da82294e9e" /><Relationship Type="http://schemas.openxmlformats.org/officeDocument/2006/relationships/slide" Target="/ppt/slides/slide6.xml" Id="R55c6f5b785bc40c6" /><Relationship Type="http://schemas.openxmlformats.org/officeDocument/2006/relationships/slide" Target="/ppt/slides/slide7.xml" Id="R714657ef8fec4c99" /><Relationship Type="http://schemas.openxmlformats.org/officeDocument/2006/relationships/slide" Target="/ppt/slides/slide8.xml" Id="R11a87a17727342c9" /><Relationship Type="http://schemas.openxmlformats.org/officeDocument/2006/relationships/slide" Target="/ppt/slides/slide9.xml" Id="R4189eb7daf9648d3" /><Relationship Type="http://schemas.openxmlformats.org/officeDocument/2006/relationships/slide" Target="/ppt/slides/slide10.xml" Id="R5eeaeb7b63ef4161" /><Relationship Type="http://schemas.openxmlformats.org/officeDocument/2006/relationships/slide" Target="/ppt/slides/slide11.xml" Id="Rcb59e5ea54904e50" /><Relationship Type="http://schemas.openxmlformats.org/officeDocument/2006/relationships/slide" Target="/ppt/slides/slide12.xml" Id="Rc97f0bfbfab649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741c5c1ae04d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0354bf412b4ff9" /><Relationship Type="http://schemas.openxmlformats.org/officeDocument/2006/relationships/notesMaster" Target="/ppt/notesMasters/notesMaster1.xml" Id="R59bd68112d5242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4d30af8e944d3e" /><Relationship Type="http://schemas.openxmlformats.org/officeDocument/2006/relationships/notesMaster" Target="/ppt/notesMasters/notesMaster1.xml" Id="Rafd47ed5ff1a42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72518e16404235" /><Relationship Type="http://schemas.openxmlformats.org/officeDocument/2006/relationships/notesMaster" Target="/ppt/notesMasters/notesMaster1.xml" Id="Rd63c22441ec64f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923db918b841ad" /><Relationship Type="http://schemas.openxmlformats.org/officeDocument/2006/relationships/notesMaster" Target="/ppt/notesMasters/notesMaster1.xml" Id="R7941520217ca40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3810193bdd4164" /><Relationship Type="http://schemas.openxmlformats.org/officeDocument/2006/relationships/notesMaster" Target="/ppt/notesMasters/notesMaster1.xml" Id="R79b9bd633e3140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55848a748243c0" /><Relationship Type="http://schemas.openxmlformats.org/officeDocument/2006/relationships/notesMaster" Target="/ppt/notesMasters/notesMaster1.xml" Id="Rde134264ff8d43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6a6949d1274af6" /><Relationship Type="http://schemas.openxmlformats.org/officeDocument/2006/relationships/notesMaster" Target="/ppt/notesMasters/notesMaster1.xml" Id="Ra47285ef1eb045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baf8d5757244ad" /><Relationship Type="http://schemas.openxmlformats.org/officeDocument/2006/relationships/notesMaster" Target="/ppt/notesMasters/notesMaster1.xml" Id="Rc881b0a68e7f44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2e473fac604186" /><Relationship Type="http://schemas.openxmlformats.org/officeDocument/2006/relationships/notesMaster" Target="/ppt/notesMasters/notesMaster1.xml" Id="Rdd3835e84b2347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db27e207cb45f2" /><Relationship Type="http://schemas.openxmlformats.org/officeDocument/2006/relationships/notesMaster" Target="/ppt/notesMasters/notesMaster1.xml" Id="Re1098236ebca4b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efc0b7aa1149f0" /><Relationship Type="http://schemas.openxmlformats.org/officeDocument/2006/relationships/notesMaster" Target="/ppt/notesMasters/notesMaster1.xml" Id="Ra4844436f9474f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a926e2db294eee" /><Relationship Type="http://schemas.openxmlformats.org/officeDocument/2006/relationships/notesMaster" Target="/ppt/notesMasters/notesMaster1.xml" Id="R2879397b939644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歡迎回到父子科技學院，我是陳犀牛，今天是第十三堂，我們要逛三個體驗站：文字、圖片和聲音，這是依課表製作的課前教學版，並非實際上課錄音。</ns0:t>
            </ns0:r>
          </ns0:p>
          <ns1:p xmlns:ns1="http://schemas.openxmlformats.org/drawingml/2006/main">
            <ns1:r>
              <ns1:t>生成式 AI，不只會寫字，還能照著你的描述，做出圖片和聲音。</ns1:t>
            </ns1:r>
          </ns1:p>
          <ns2:p xmlns:ns2="http://schemas.openxmlformats.org/drawingml/2006/main">
            <ns2:r>
              <ns2:t>今天你要替一個自己發明的角色，完成一張多模態角色卡。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curriculum/catalog.json：L013；來源 V2 Excel 逐堂課程第 13 堂</ns4:t>
            </ns4:r>
          </ns4:p>
          <ns5:p xmlns:ns5="http://schemas.openxmlformats.org/drawingml/2006/main">
            <ns5:r>
              <ns5:t>https://learn.microsoft.com/en-us/training/modules/intro-generative-ai-explore-basics/2-what-is-generative-ai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每一站都做三件事。第一，看輸入：你給它的是什麼。</ns0:t>
            </ns0:r>
          </ns0:p>
          <ns1:p xmlns:ns1="http://schemas.openxmlformats.org/drawingml/2006/main">
            <ns1:r>
              <ns1:t>第二，看輸出：它交出來的是什麼。</ns1:t>
            </ns1:r>
          </ns1:p>
          <ns2:p xmlns:ns2="http://schemas.openxmlformats.org/drawingml/2006/main">
            <ns2:r>
              <ns2:t>第三，做檢查：哪裡和你說的不一樣，還有什麼事不可以做。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curriculum/catalog.json：L013；來源 V2 Excel 逐堂課程第 13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多模態的意思，是不只一種形式。文字站，輸入一段話，輸出也是一段話。</ns0:t>
            </ns0:r>
          </ns0:p>
          <ns1:p xmlns:ns1="http://schemas.openxmlformats.org/drawingml/2006/main">
            <ns1:r>
              <ns1:t>圖片站，輸入一段描述，輸出是一張圖；聲音站，輸入一段文字稿，輸出是一段念出來的語音。</ns1:t>
            </ns1:r>
          </ns1:p>
          <ns2:p xmlns:ns2="http://schemas.openxmlformats.org/drawingml/2006/main">
            <ns2:r>
              <ns2:t>三站的做法很像，都是從大量的資料裡學到規律，再做出新的內容，所以也都可能出錯。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https://learn.microsoft.com/en-us/training/modules/intro-generative-ai-explore-basics/2-what-is-generative-ai</ns4:t>
            </ns4:r>
          </ns4:p>
          <ns5:p xmlns:ns5="http://schemas.openxmlformats.org/drawingml/2006/main">
            <ns5:r>
              <ns5:t>https://www.microsoft.com/en-us/ai/ai-101/how-does-generative-ai-work</ns5:t>
            </ns5:r>
          </ns5:p>
          <ns6:p xmlns:ns6="http://schemas.openxmlformats.org/drawingml/2006/main">
            <ns6:r>
              <ns6:t>https://www.unicef.org/innocenti/media/11991/file/UNICEF-Innocenti-Guidance-on-AI-and-Children-3-2025.pdf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每一站都用四個格子來比較。輸入，是你給它的東西；輸出，是它交出來的東西。</ns0:t>
            </ns0:r>
          </ns0:p>
          <ns1:p xmlns:ns1="http://schemas.openxmlformats.org/drawingml/2006/main">
            <ns1:r>
              <ns1:t>限制，是它做不好的地方，例如圖片裡的字可能寫錯，細節可能和你說的不一樣。</ns1:t>
            </ns1:r>
          </ns1:p>
          <ns2:p xmlns:ns2="http://schemas.openxmlformats.org/drawingml/2006/main">
            <ns2:r>
              <ns2:t>風險，是可能傷害到人的地方，例如有人拿它來模仿別人的臉和聲音。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curriculum/catalog.json：L013；來源 V2 Excel 逐堂課程第 13 堂</ns4:t>
            </ns4:r>
          </ns4:p>
          <ns5:p xmlns:ns5="http://schemas.openxmlformats.org/drawingml/2006/main">
            <ns5:r>
              <ns5:t>https://developers.openai.com/api/docs/guides/image-generation</ns5:t>
            </ns5:r>
          </ns5:p>
          <ns6:p xmlns:ns6="http://schemas.openxmlformats.org/drawingml/2006/main">
            <ns6:r>
              <ns6:t>https://blog.google/products-and-platforms/products/gemini/gemini-image-generation-issue/</ns6:t>
            </ns6:r>
          </ns6:p>
          <ns7:p xmlns:ns7="http://schemas.openxmlformats.org/drawingml/2006/main">
            <ns7:r>
              <ns7:t>https://jr.hs.ntnu.edu.tw/wp-content/uploads/2026/02/中小學使用「生成式人工智慧」注意事項2.1.pdf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來看圖片站。你描述一隻戴紅帽子的小犀牛，手上拿著三顆氣球，它就照著畫出一張圖。</ns0:t>
            </ns0:r>
          </ns0:p>
          <ns1:p xmlns:ns1="http://schemas.openxmlformats.org/drawingml/2006/main">
            <ns1:r>
              <ns1:t>可是圖片可能和你說的不一樣：帽子的顏色、氣球的數目，還有畫面裡的字，都要一樣一樣檢查。</ns1:t>
            </ns1:r>
          </ns1:p>
          <ns2:p xmlns:ns2="http://schemas.openxmlformats.org/drawingml/2006/main">
            <ns2:r>
              <ns2:t>還有兩件事不能做：不要上傳自己或別人的照片，也不要叫它畫別人創作的角色，請畫你自己發明的。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https://www.microsoft.com/en-us/ai/ai-101/how-does-generative-ai-work</ns4:t>
            </ns4:r>
          </ns4:p>
          <ns5:p xmlns:ns5="http://schemas.openxmlformats.org/drawingml/2006/main">
            <ns5:r>
              <ns5:t>https://developers.openai.com/api/docs/guides/image-generation</ns5:t>
            </ns5:r>
          </ns5:p>
          <ns6:p xmlns:ns6="http://schemas.openxmlformats.org/drawingml/2006/main">
            <ns6:r>
              <ns6:t>https://jr.hs.ntnu.edu.tw/wp-content/uploads/2026/02/中小學使用「生成式人工智慧」注意事項2.1.pdf</ns6:t>
            </ns6:r>
          </ns6:p>
          <ns7:p xmlns:ns7="http://schemas.openxmlformats.org/drawingml/2006/main">
            <ns7:r>
              <ns7:t>https://www.tipo.gov.tw/tw/copyright/692-34252.html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再來看聲音站。文字轉語音，是電腦照著文字稿念出聲音；像我陳犀牛的聲音，就是這樣合成出來的，不是真人錄的。</ns0:t>
            </ns0:r>
          </ns0:p>
          <ns1:p xmlns:ns1="http://schemas.openxmlformats.org/drawingml/2006/main">
            <ns1:r>
              <ns1:t>還有一種技術，可以模仿某一個人的聲音，聽起來很像本人。</ns1:t>
            </ns1:r>
          </ns1:p>
          <ns2:p xmlns:ns2="http://schemas.openxmlformats.org/drawingml/2006/main">
            <ns2:r>
              <ns2:t>所以聲音站的規定是：只能用電腦內建的聲音，或是你自己的聲音；沒有經過同意，不可以模仿別人。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https://learn.microsoft.com/en-us/azure/ai-services/speech-service/text-to-speech</ns4:t>
            </ns4:r>
          </ns4:p>
          <ns5:p xmlns:ns5="http://schemas.openxmlformats.org/drawingml/2006/main">
            <ns5:r>
              <ns5:t>https://learn.microsoft.com/en-us/azure/ai-services/speech-service/language-support?tabs=tts</ns5:t>
            </ns5:r>
          </ns5:p>
          <ns6:p xmlns:ns6="http://schemas.openxmlformats.org/drawingml/2006/main">
            <ns6:r>
              <ns6:t>https://learn.microsoft.com/en-us/azure/ai-services/speech-service/personal-voice-overview</ns6:t>
            </ns6:r>
          </ns6:p>
          <ns7:p xmlns:ns7="http://schemas.openxmlformats.org/drawingml/2006/main">
            <ns7:r>
              <ns7:t>https://elevenlabs.io/use-policy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因為聲音和影像都能合成，所以聽到的、看到的，不一定是真的。</ns0:t>
            </ns0:r>
          </ns0:p>
          <ns1:p xmlns:ns1="http://schemas.openxmlformats.org/drawingml/2006/main">
            <ns1:r>
              <ns1:t>警察提醒過，有詐騙集團利用 AI，模仿親友的聲音，假裝有急事，要你匯錢。</ns1:t>
            </ns1:r>
          </ns1:p>
          <ns2:p xmlns:ns2="http://schemas.openxmlformats.org/drawingml/2006/main">
            <ns2:r>
              <ns2:t>遇到這種電話，先掛斷，再打你原本就知道的號碼確認；全家人也可以先約定一個家庭密語。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https://jr.hs.ntnu.edu.tw/wp-content/uploads/2026/02/中小學使用「生成式人工智慧」注意事項2.1.pdf</ns4:t>
            </ns4:r>
          </ns4:p>
          <ns5:p xmlns:ns5="http://schemas.openxmlformats.org/drawingml/2006/main">
            <ns5:r>
              <ns5:t>https://www.hlhpd.npa.gov.tw/ch/app/openData/data/list?module=publicizearea&amp;mserno=105480c9-65f8-41bd-ae8d-17f9507da67f&amp;type=xml</ns5:t>
            </ns5:r>
          </ns5:p>
          <ns6:p xmlns:ns6="http://schemas.openxmlformats.org/drawingml/2006/main">
            <ns6:r>
              <ns6:t>https://consumer.ftc.gov/consumer-alerts/2023/03/scammers-use-ai-enhance-their-family-emergency-schemes</ns6:t>
            </ns6:r>
          </ns6:p>
          <ns7:p xmlns:ns7="http://schemas.openxmlformats.org/drawingml/2006/main">
            <ns7:r>
              <ns7:t>https://www.ic3.gov/PSA/2024/PSA241203</ns7:t>
            </ns7:r>
          </ns7:p>
          <ns8:p xmlns:ns8="http://schemas.openxmlformats.org/drawingml/2006/main">
            <ns8:r>
              <ns8:t>https://www.moi.gov.tw/News_Content.aspx?n=2&amp;s=323333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用這些工具，有三個約定。第一，不上傳：自己和別人的照片、聲音，都不放進去。</ns0:t>
            </ns0:r>
          </ns0:p>
          <ns1:p xmlns:ns1="http://schemas.openxmlformats.org/drawingml/2006/main">
            <ns1:r>
              <ns1:t>第二，要同意：不可以拿別人的臉和聲音來做東西，就算只是好玩也不行。</ns1:t>
            </ns1:r>
          </ns1:p>
          <ns2:p xmlns:ns2="http://schemas.openxmlformats.org/drawingml/2006/main">
            <ns2:r>
              <ns2:t>第三，要標示：哪些是你自己做的，哪些是 AI，都要說清楚；作業也要照老師的規定，註明使用的工具。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https://jr.hs.ntnu.edu.tw/wp-content/uploads/2026/02/中小學使用「生成式人工智慧」注意事項2.1.pdf</ns4:t>
            </ns4:r>
          </ns4:p>
          <ns5:p xmlns:ns5="http://schemas.openxmlformats.org/drawingml/2006/main">
            <ns5:r>
              <ns5:t>https://policies.google.com/terms/generative-ai/use-policy</ns5:t>
            </ns5:r>
          </ns5:p>
          <ns6:p xmlns:ns6="http://schemas.openxmlformats.org/drawingml/2006/main">
            <ns6:r>
              <ns6:t>https://elevenlabs.io/use-policy</ns6:t>
            </ns6:r>
          </ns6:p>
          <ns7:p xmlns:ns7="http://schemas.openxmlformats.org/drawingml/2006/main">
            <ns7:r>
              <ns7:t>https://www.president.gov.tw/File/Doc/80165b6d-cb49-4b49-952f-56e1e6abe51b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現在開始尋寶。先發明一個角色，再和爸爸一起逛三站：文字站寫三句介紹，圖片站做一張概念圖，聲音站做一段大約二十秒的旁白。</ns0:t>
            </ns0:r>
          </ns0:p>
          <ns1:p xmlns:ns1="http://schemas.openxmlformats.org/drawingml/2006/main">
            <ns1:r>
              <ns1:t>每一站都藏著三個寶藏：輸入、輸出，還有一個限制，找到就在尋寶地圖上蓋章；再把描述和結果放在一起，找出三個不同的地方。</ns1:t>
            </ns1:r>
          </ns1:p>
          <ns2:p xmlns:ns2="http://schemas.openxmlformats.org/drawingml/2006/main">
            <ns2:r>
              <ns2:t>這三站都不需要你自己的帳號：文字可以請爸爸當機器人，圖片可以自己畫，聲音可以用電腦內建的朗讀功能。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curriculum/catalog.json：L013；來源 V2 Excel 逐堂課程第 13 堂</ns4:t>
            </ns4:r>
          </ns4:p>
          <ns5:p xmlns:ns5="http://schemas.openxmlformats.org/drawingml/2006/main">
            <ns5:r>
              <ns5:t>https://support.apple.com/zh-tw/guide/mac-help/mh27448/mac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下半場換你自己來，把三站做出來的東西，組成一張多模態角色卡：文字介紹、概念圖，還有二十秒旁白。</ns0:t>
            </ns0:r>
          </ns0:p>
          <ns1:p xmlns:ns1="http://schemas.openxmlformats.org/drawingml/2006/main">
            <ns1:r>
              <ns1:t>在卡片上標示，每一樣東西是誰做的：是你、是爸爸，還是電腦；和描述不一樣的地方，也要圈出來。</ns1:t>
            </ns1:r>
          </ns1:p>
          <ns2:p xmlns:ns2="http://schemas.openxmlformats.org/drawingml/2006/main">
            <ns2:r>
              <ns2:t>再加一個你自選的規則或功能，例如旁白自己錄一次，再讓電腦念一次，比一比哪裡不同。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curriculum/catalog.json：L013；來源 V2 Excel 逐堂課程第 13 堂</ns4:t>
            </ns4:r>
          </ns4:p>
          <ns5:p xmlns:ns5="http://schemas.openxmlformats.org/drawingml/2006/main">
            <ns5:r>
              <ns5:t>https://jr.hs.ntnu.edu.tw/wp-content/uploads/2026/02/中小學使用「生成式人工智慧」注意事項2.1.pdf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這兩個小時的安排是：開場十分鐘，認識三個體驗站十五分鐘，接著四十分鐘，和爸爸逛三站尋寶，然後休息十分鐘。</ns0:t>
            </ns0:r>
          </ns0:p>
          <ns1:p xmlns:ns1="http://schemas.openxmlformats.org/drawingml/2006/main">
            <ns1:r>
              <ns1:t>下半場三十分鐘，自己完成角色卡，再加一個自選的規則或功能；接著十分鐘交換角色，由你帶爸爸逛一次三個體驗站。</ns1:t>
            </ns1:r>
          </ns1:p>
          <ns2:p xmlns:ns2="http://schemas.openxmlformats.org/drawingml/2006/main">
            <ns2:r>
              <ns2:t>最後五分鐘錄音總結，替角色卡取名字、存檔，並且檢查卡片上沒有真人的照片和個資。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curriculum/catalog.json：L013；來源 V2 Excel 逐堂課程第 13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最後一關，請不看稿，挑兩個體驗站，說出它們的輸入、輸出，還有各一個限制。</ns0:t>
            </ns0:r>
          </ns0:p>
          <ns1:p xmlns:ns1="http://schemas.openxmlformats.org/drawingml/2006/main">
            <ns1:r>
              <ns1:t>再指出一個限制或安全注意事項，例如聲音可以被模仿，聽起來像家人，也要先查證。</ns1:t>
            </ns1:r>
          </ns1:p>
          <ns2:p xmlns:ns2="http://schemas.openxmlformats.org/drawingml/2006/main">
            <ns2:r>
              <ns2:t>今天的作品是多模態角色卡，下次我們要一起訂出我們家的科技公約；我是陳犀牛，保持好奇，我們下次見！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curriculum/catalog.json：L013；來源 V2 Excel 逐堂課程第 13 堂</ns4:t>
            </ns4:r>
          </ns4:p>
          <ns5:p xmlns:ns5="http://schemas.openxmlformats.org/drawingml/2006/main">
            <ns5:r>
              <ns5:t>https://www.hlhpd.npa.gov.tw/ch/app/openData/data/list?module=publicizearea&amp;mserno=105480c9-65f8-41bd-ae8d-17f9507da67f&amp;type=xml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2e03d71fb4c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512989e5794e8e" /><Relationship Type="http://schemas.openxmlformats.org/officeDocument/2006/relationships/slideLayout" Target="/ppt/slideLayouts/slideLayout1.xml" Id="R01a482d4b8e447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a482d4b8e447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a216ea8054d9b" /><Relationship Type="http://schemas.openxmlformats.org/officeDocument/2006/relationships/image" Target="/ppt/media/image.png" Id="Rbca4e52f8e0146e2" /><Relationship Type="http://schemas.openxmlformats.org/officeDocument/2006/relationships/notesSlide" Target="/ppt/notesSlides/notesSlide1.xml" Id="Rc6043144aa3745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7a6bd9200494c" /><Relationship Type="http://schemas.openxmlformats.org/officeDocument/2006/relationships/notesSlide" Target="/ppt/notesSlides/notesSlide2.xml" Id="R62f52c685e0543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78bbb918141ab" /><Relationship Type="http://schemas.openxmlformats.org/officeDocument/2006/relationships/image" Target="/ppt/media/image2.png" Id="Rec23f7c286e54276" /><Relationship Type="http://schemas.openxmlformats.org/officeDocument/2006/relationships/notesSlide" Target="/ppt/notesSlides/notesSlide3.xml" Id="R154a8cc8c06d4c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87ded7a2a4638" /><Relationship Type="http://schemas.openxmlformats.org/officeDocument/2006/relationships/notesSlide" Target="/ppt/notesSlides/notesSlide4.xml" Id="Re40bfdfa35b945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185b7b7dd4fa3" /><Relationship Type="http://schemas.openxmlformats.org/officeDocument/2006/relationships/notesSlide" Target="/ppt/notesSlides/notesSlide5.xml" Id="R3e0ba43c70dc44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0d0cc4a2649e6" /><Relationship Type="http://schemas.openxmlformats.org/officeDocument/2006/relationships/notesSlide" Target="/ppt/notesSlides/notesSlide6.xml" Id="Rf44d2045cb9b49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cbf5b26534f49" /><Relationship Type="http://schemas.openxmlformats.org/officeDocument/2006/relationships/notesSlide" Target="/ppt/notesSlides/notesSlide7.xml" Id="Rce2e5e22c15041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f8929889540e5" /><Relationship Type="http://schemas.openxmlformats.org/officeDocument/2006/relationships/notesSlide" Target="/ppt/notesSlides/notesSlide8.xml" Id="R4096185b08b948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b5ad502fc443c" /><Relationship Type="http://schemas.openxmlformats.org/officeDocument/2006/relationships/notesSlide" Target="/ppt/notesSlides/notesSlide9.xml" Id="Re86d4aeeaf9c48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fbaad4520438c" /><Relationship Type="http://schemas.openxmlformats.org/officeDocument/2006/relationships/image" Target="/ppt/media/image3.png" Id="R975aaaee3a564bfb" /><Relationship Type="http://schemas.openxmlformats.org/officeDocument/2006/relationships/notesSlide" Target="/ppt/notesSlides/notesSlide10.xml" Id="R64cb8e182fa247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a098c5db24b6c" /><Relationship Type="http://schemas.openxmlformats.org/officeDocument/2006/relationships/notesSlide" Target="/ppt/notesSlides/notesSlide11.xml" Id="Rb386007287c74a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4b097f0224479" /><Relationship Type="http://schemas.openxmlformats.org/officeDocument/2006/relationships/image" Target="/ppt/media/image4.png" Id="Rd0245ce9480844b8" /><Relationship Type="http://schemas.openxmlformats.org/officeDocument/2006/relationships/notesSlide" Target="/ppt/notesSlides/notesSlide12.xml" Id="Rdd399b867a354cd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5FB6F-14E0-475B-BF4B-B88AB782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B8E06-E7FB-459B-A44A-F0234620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13C84-ED01-4C2B-86C9-EF26FF57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E275A-40A8-4D33-948B-547187BC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MEDIA STATIONS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9E491-2F41-46FB-9A31-0F0F760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L013 · 01/12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BA164-E856-44B9-A42B-1107C702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3D37F-BB8F-4146-92E7-32AF5A8E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文字、圖片、聲音 AI 體驗站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0F41E-3799-459D-9A13-E32D02B1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E9924-92DB-436D-8F7B-98E42426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第十三堂任務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71F37-8ACE-469E-A741-AF301162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0500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文字、圖片、聲音</a:t>
            </a:r>
          </a:p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AI 體驗站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9F7BD-9752-41C4-BA80-944206D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比較三站的輸入、輸出、限制和風險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40ADE-9E81-466D-AB92-F0788019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第十三堂  ·  依課表製作的課前教學版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4e52f8e0146e2"/>
          <a:stretch xmlns:a="http://schemas.openxmlformats.org/drawingml/2006/main"/>
        </p:blipFill>
        <p:spPr>
          <a:xfrm xmlns:a="http://schemas.openxmlformats.org/drawingml/2006/main">
            <a:off x="7905934" y="3276600"/>
            <a:ext cx="3923932" cy="22083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69016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A8FDF-0A26-4AB5-9D52-0FA90478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40C0D-229D-4A52-9A08-FD018C4B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D5C34-F886-4E17-BB12-C3FAC5B0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4A3E2-C971-4D96-9860-74C3D879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MEDIA STATIONS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51D3D-E13F-47B0-9162-3F898E17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L013 · 02/12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426FB-E164-4DEC-B08D-E30D9A3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7DAC1-9B87-404E-8AAE-F15C303E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文字、圖片、聲音 AI 體驗站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1BC82-69E0-407E-B693-88FB7DFA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01A07-E021-4D16-812A-A59902B5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每一站做三件事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2A1F9-F217-4B1C-B31F-32D8F4E7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先看輸入、再看輸出、最後檢查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8C5F4-E88E-40FF-A201-19945C4B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72F21-E0AD-430B-9164-ED9F625A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輸入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DBF8D-D7BF-4DAA-B14C-0FF82851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你給它的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是什麼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351D7-1303-4008-BCCC-ACAE4B2C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159D6-9798-4EB5-AD1D-C80C201F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E4443-04FD-44CB-86A5-BDE2746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輸出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384A8-4A5D-41D2-A421-29C7BA74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它交出來的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是什麼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391EA-D475-4AF5-B429-F5C98821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77F44-9521-4837-B5D9-DD8CA601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3714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C3E51-BD62-4CF2-8454-77D2A5CD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432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檢查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6D56C-250D-4215-A3D8-D9230A0F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86150"/>
            <a:ext cx="333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哪裡不一樣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什麼不可以做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59ACD-30E4-48C5-8ADE-8F66868B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今天的作品：多模態角色卡</a:t>
            </a:r>
          </a:p>
        </p:txBody>
      </p:sp>
    </p:spTree>
    <p:extLst>
      <p:ext uri="{BB962C8B-B14F-4D97-AF65-F5344CB8AC3E}">
        <p14:creationId xmlns:p14="http://schemas.microsoft.com/office/powerpoint/2010/main" val="2135673015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BAA85-7BCE-4397-9C31-1B021B5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B59EF-386A-4282-942F-3AF04A3E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D2E1A-3824-401C-A4E8-B6C9C608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A4ED8-8BC9-4FFE-A8C5-F23DAA58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MEDIA STATIONS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437CF-9118-435F-99C4-507F6A1C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L013 · 03/12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147E9-E943-4D0E-9622-E48021D0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1516A-4913-4D46-963F-390D4A34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文字、圖片、聲音 AI 體驗站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EE8F7-F6EC-44F4-8B52-2A48DA97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EF589-74D1-44C7-87A1-B5A5DFBC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多模態：不只一種形式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DA111-FC0E-4CD3-8431-6034FB96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三站的做法很像：學到規律，再做出新的內容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E4ECE-62BC-4828-B2F4-54293254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5BD05-AD46-4B5D-8A2E-3649FFCC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955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文字站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DDBB2-E2F9-4C47-B861-8806058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813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輸入一段話，輸出一段話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93BFF-EB17-4426-8E50-7A4FDB6B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D1378-FE3A-4E5A-B7A8-5E05607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242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圖片站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9B2F8-CD8B-490E-A0D8-CC271D64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00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輸入一段描述，輸出一張圖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1F8D6-8833-48B6-BBC2-45CDEBF4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CD6D1-37AB-4D6A-9BF0-FC910251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529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聲音站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44EB0-F044-4212-8D30-F2FB68ED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387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輸入一段文字稿，輸出一段語音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3f7c286e54276"/>
          <a:stretch xmlns:a="http://schemas.openxmlformats.org/drawingml/2006/main"/>
        </p:blipFill>
        <p:spPr>
          <a:xfrm xmlns:a="http://schemas.openxmlformats.org/drawingml/2006/main">
            <a:off x="9067923" y="3028950"/>
            <a:ext cx="2619129" cy="14740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818341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673393-EFB5-4A98-86E7-A558CAF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02777-7C0B-4C2B-82B1-9221AED7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A910-FEAB-4772-8D2F-23EA5F60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EF2EE-5F1D-4CB7-A63C-1A6A38CC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MEDIA STATIONS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2EB7E-31AD-40B2-B8F6-209B239E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L013 · 04/12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86C83-64FD-4F3B-9866-611EEBB5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456A0-A883-44BB-A110-018AC97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文字、圖片、聲音 AI 體驗站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C1631-6816-4C34-8D2C-37618339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2B4DF-6175-43AC-A2CA-E797BE30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用四個格子比較三站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73212-295F-4664-9509-BEE0CBFD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每一站都問同樣的四個問題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9E95D-FD05-4BA5-8315-2E10EF66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05075"/>
            <a:ext cx="10858500" cy="241935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F7010-BCD9-4AFE-B3EE-F2CF21B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四個格子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4C19A-623F-4463-8828-28E46AB2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E39EA-96C9-44A7-9404-C155E50C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輸入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D4E72-DB1F-45C4-9A15-C387F5EE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你給它什麼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EEE00-B13F-4CCA-8135-429F95AB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B9014-432E-46FB-8E54-67A4D120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輸出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19C4A-A0DE-48C4-96B5-29AE0107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它交出什麼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B9631-D6B6-4A83-AA68-4FB40C48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93E69-D9F1-4C4A-9504-B6F4F5C9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限制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8B02D-2AEA-4B5F-B77F-9133A2E8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它做不好什麼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B213E-4BBA-443B-B52A-2F0FE625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16258-A662-4C89-AD41-DBF59C82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風險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C6751-BE75-4F38-9317-129A2428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可能傷害到誰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31B5B-E3AB-4F86-B881-463F10D3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限制是它的問題；風險是用的人可能造成的問題</a:t>
            </a:r>
          </a:p>
        </p:txBody>
      </p:sp>
    </p:spTree>
    <p:extLst>
      <p:ext uri="{BB962C8B-B14F-4D97-AF65-F5344CB8AC3E}">
        <p14:creationId xmlns:p14="http://schemas.microsoft.com/office/powerpoint/2010/main" val="1678544267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9F304-5B6E-4ECF-9C90-00D9788A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F9A5A-BAF0-48F5-8990-5B4A8823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9EFC3-C31E-45EE-B1B3-984F4AA3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D9757-3F1B-4EFC-992A-837BB3EF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MEDIA STATIONS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66B9D-8E05-45B5-82DA-8E9FD63A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L013 · 05/12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715D2-4CE7-40FA-817E-4D2AA1B2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1C166-E003-442E-AA6F-006BA2D2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文字、圖片、聲音 AI 體驗站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BC8BB-ED2E-4B38-841F-74B41F4D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D210A-0D1B-4434-8D88-EE5D6C7A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圖片站：描述變成一張圖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FE0B1-EF4E-4A6B-8B95-70AE4FE1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圖片可能和描述不一樣，要一樣一樣檢查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C8878-AA73-4717-B152-A4033C43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95575"/>
            <a:ext cx="4572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A5FEF-1937-4F06-AE5E-DBFE5CD5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你的描述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450EB-4721-488F-8518-507520B2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戴紅帽子的小犀牛，拿著三顆氣球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4B9AA-5B9C-493B-ADB8-F9342A0D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956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C7207-8BF9-4412-A538-E8FA9152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95575"/>
            <a:ext cx="5191125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3D441-7B42-4FB2-830B-2EF474F2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5750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要檢查的地方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F7FE2-EF33-45DA-994E-E2CAD94C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00425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帽子顏色、氣球數目、畫面裡的字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E027F-CF90-4BEF-9893-80F73FCF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不上傳自己或別人的照片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7DACC-C28D-410C-8463-2B7822D0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不畫別人創作的角色，畫你自己發明的</a:t>
            </a:r>
          </a:p>
        </p:txBody>
      </p:sp>
    </p:spTree>
    <p:extLst>
      <p:ext uri="{BB962C8B-B14F-4D97-AF65-F5344CB8AC3E}">
        <p14:creationId xmlns:p14="http://schemas.microsoft.com/office/powerpoint/2010/main" val="1748632481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CC505-827E-41D4-9607-7E613B32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18ACC-7141-480D-820C-C3F98286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EB4CE-2EEE-40A7-A9FF-D5BCDCF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A6196-CC6C-4F4E-ABF5-49B768CE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MEDIA STATIONS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9441B-FD9D-4183-90B0-6ABBDAFC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L013 · 06/12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4F94E-BB68-40AF-9813-92882719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38368-0361-4B17-B135-10368D2B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文字、圖片、聲音 AI 體驗站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4872B-9405-4FBD-8519-2660383A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25D58-E48F-431E-B98B-E05B67B7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聲音站：文字變成語音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80AC9-E85A-4F31-B65B-69E4611B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電腦可以照稿子念，也有技術能模仿人的聲音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EC8F4-D741-43B8-8D37-74F2137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31432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E7DFA-F49D-4C24-BB72-4E8D6ECC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文字轉語音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765E2-BB14-4FF4-84F9-F5472B80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2762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電腦照著文字稿念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B0193-26D1-4FF9-9571-F4304C1C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71775"/>
            <a:ext cx="33813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FFBBC-8F43-4582-B2ED-DDC2D7CC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337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模仿聲音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A2E4A-F98B-446F-8042-7B3B6951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76625"/>
            <a:ext cx="30003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聽起來很像某個人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6EF27-5373-4150-A8CC-546189BD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71775"/>
            <a:ext cx="38004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CF9E8-F094-4279-9DCB-E9D20267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33700"/>
            <a:ext cx="3419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要先同意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BF58E-3020-4D61-9A71-E7BB22E8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34194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只用內建的或自己的聲音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83D278-8FC4-479D-BED8-9F94B176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陳犀牛的聲音是文字轉語音合成的，不是真人錄的</a:t>
            </a:r>
          </a:p>
        </p:txBody>
      </p:sp>
    </p:spTree>
    <p:extLst>
      <p:ext uri="{BB962C8B-B14F-4D97-AF65-F5344CB8AC3E}">
        <p14:creationId xmlns:p14="http://schemas.microsoft.com/office/powerpoint/2010/main" val="255296773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51821-E1D9-4F03-A1F4-58B80515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21B96-4AF8-4FFE-9598-72396F5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6763A-8B6A-4AEE-B4D6-D399CDF2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95050-216F-4E2C-951C-27F9F6DF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MEDIA STATIONS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83EEB-6C1E-4954-8118-BB8AF8B9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L013 · 07/12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5969B-502F-4613-9C38-1EF27BB3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725B5-4AFF-4554-8AF7-E3273294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文字、圖片、聲音 AI 體驗站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84212-33D0-4FFD-9430-01D6311D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E2F9A-C11B-4B52-BFEE-8118887B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聽到、看到，不一定是真的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2D851-0FBC-430A-842A-E4228DF2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聲音和影像都能合成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AAECC-07C8-45DE-8974-8DAD05B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聲音很像  →  先掛斷  →  打原本知道的號碼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79B45-47FC-4B91-A804-6BED237C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0C263-39F0-4496-BB70-27E6867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聲音可以模仿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20E7B-4075-4D36-B91B-E7CBAEC2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像親人也可能是假的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9639E-237F-4D24-9252-44D72F55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6DC0F-8650-47A6-8290-C8F07E8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影像可以合成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068CF-B684-4C28-8645-48F0073F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看到也不一定是真的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BEBEC-F150-47DA-83DF-FCC1AECE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D5544-71E6-438E-BC72-577FF00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家庭密語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9F0AB-628F-44FA-8E2A-A386F78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全家先約定一個暗號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E8EF5-DFCD-4843-AF21-C32A2DF6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很急、要錢的電話：先掛斷，再查證</a:t>
            </a:r>
          </a:p>
        </p:txBody>
      </p:sp>
    </p:spTree>
    <p:extLst>
      <p:ext uri="{BB962C8B-B14F-4D97-AF65-F5344CB8AC3E}">
        <p14:creationId xmlns:p14="http://schemas.microsoft.com/office/powerpoint/2010/main" val="931827616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86372-F30A-4E13-B18F-DA1C8BBE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76E11-4BDC-43B6-A636-CE205284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9053B-AE9A-4D1D-9C0B-0C66CEA3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7B777-2BEB-4890-A16C-B6681D57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MEDIA STATIONS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894C7-02C7-413C-B65C-598C4536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L013 · 08/12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B2A5D-D21B-4EE7-964F-D3FCC14B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107DA-CD42-468D-9FA7-69E71743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文字、圖片、聲音 AI 體驗站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EF73F-8C05-4998-8A61-E53FB3E3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DAD61-383E-4599-B570-C9F7F7E7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三個約定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584D7-C49F-492A-A10C-E6C48574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用得安心，也不傷害別人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9AC0F-B4F0-4C2F-8A05-CEBFD31C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19375"/>
            <a:ext cx="5810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一、不上傳：自己和別人的照片、聲音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二、要同意：不模仿別人的臉和聲音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三、要標示：哪些是 AI 做的要說清楚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5D711-648B-4721-913D-5EB2AF9E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71750"/>
            <a:ext cx="381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為什麼要標示？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D1310-8F0F-4C22-B1CE-A6A3D019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7660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讓看的人知道它是怎麼來的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12752-C9A3-486F-9001-48423A3E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43350"/>
            <a:ext cx="42767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作業照老師的規定</a:t>
            </a:r>
          </a:p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註明工具和用途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B7009-842C-4AA9-8CC6-458B48B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暫停影片：說出這三個約定</a:t>
            </a:r>
          </a:p>
        </p:txBody>
      </p:sp>
    </p:spTree>
    <p:extLst>
      <p:ext uri="{BB962C8B-B14F-4D97-AF65-F5344CB8AC3E}">
        <p14:creationId xmlns:p14="http://schemas.microsoft.com/office/powerpoint/2010/main" val="1620250031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B4CB7-C0AF-4496-8CB0-D1603C7F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2D067-1474-44F4-8964-C1EADECA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3C13C-A50A-468A-89EF-2126ED33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D4894-4F66-4BDA-BC3D-167C59A5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MEDIA STATIONS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5E446-75CA-46F0-90CC-7CDB62CE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L013 · 09/12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8641B-9445-488A-9859-8D4390D1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4117B-9818-4A06-A8EE-2C68CFA6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文字、圖片、聲音 AI 體驗站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EA854-6195-4340-B051-434E2603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71742-6C30-47F4-84D4-DE550986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三站尋寶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30A55-51BB-4C3D-B3CC-A1DA3CBD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每一站替角色做一樣東西，找三個寶藏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EFEA1-1686-442B-92CE-84B5BB01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09850"/>
            <a:ext cx="510540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43D0C-6171-40DC-BD0D-E24D8D18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71775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第一回合：逛三站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2D87F-A3EC-4A17-8CA4-8C4E0E11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14700"/>
            <a:ext cx="47244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介紹、概念圖、二十秒旁白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找到輸入、輸出、限制就蓋章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58341-7262-4B9E-9B93-83DC37D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542925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BC0F4-18AE-4011-A539-1EF681B1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717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第二回合：找不一樣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699C2-1693-457E-8A0A-524E5D8B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14700"/>
            <a:ext cx="5048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描述和結果放在一起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找出三個不同的地方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9B7AD-6296-4A99-B4B6-3C4EC7FD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不用自己的帳號：爸爸當機器人、自己畫、電腦朗讀</a:t>
            </a:r>
          </a:p>
        </p:txBody>
      </p:sp>
    </p:spTree>
    <p:extLst>
      <p:ext uri="{BB962C8B-B14F-4D97-AF65-F5344CB8AC3E}">
        <p14:creationId xmlns:p14="http://schemas.microsoft.com/office/powerpoint/2010/main" val="418818207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5B7C4-5F33-4569-88B4-3E002E98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87322-E497-4E0D-B109-208A5C93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142D4-9C36-4B23-A35A-1EB02F43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E7724-8444-4710-A45F-7D9E7D65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MEDIA STATIONS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74DA5-F4EE-46D9-BA36-3F71AE41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L013 · 10/12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9DCE5-E499-49C7-82F7-7E7BC91C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027B8-47E0-4742-8670-DD051391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文字、圖片、聲音 AI 體驗站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7E136-9364-4408-AF3A-AE6865E4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39A64-F7AD-466E-A819-A9CBC7CA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換你設計：多模態角色卡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81646-7949-4EC5-BED3-760BEED7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一個自己發明的角色，三種形式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C069D-F973-4AB0-915A-85C6B3E0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23E3A-DF33-4AA6-BF77-C7119076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669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組成角色卡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F6DB7-1362-43E6-8363-4B8FC29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527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文字介紹、概念圖、二十秒旁白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CE7AC-A886-4081-BD27-AAC24AF1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3F3F9-D4A9-48E1-AAD6-EB326106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337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標示誰做的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D7F50-72A2-4CE9-95C9-D58E9B09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95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你、爸爸，還是電腦；圈出不一樣的地方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942DB-8D66-44E8-A58D-C09C9384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B270F-2B19-4B8D-AD20-CD3E7EE1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6005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加一個自選規則或功能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9B412F-1F6A-4310-BA7C-B1FF21FC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863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例如：旁白自己錄一次，電腦念一次，比比看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aaaee3a564bfb"/>
          <a:stretch xmlns:a="http://schemas.openxmlformats.org/drawingml/2006/main"/>
        </p:blipFill>
        <p:spPr>
          <a:xfrm xmlns:a="http://schemas.openxmlformats.org/drawingml/2006/main">
            <a:off x="9153641" y="3114675"/>
            <a:ext cx="2476267" cy="13936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795977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F51C18-A484-46C6-845A-F5C3F0CD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3D445-12DF-4E92-92B7-7B6A17E6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74B48-6E4B-43C8-8DCE-E7405175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B3135-DFAD-4B49-A573-BB63F3D2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MEDIA STATIONS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8C7EC-753E-4A1E-B5B5-7BE508D4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L013 · 11/12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08CA8-39CD-4689-A571-221AF81C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F0A9C-C984-41CB-87B3-74E55748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文字、圖片、聲音 AI 體驗站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0C8D9-F12D-46AA-A86D-BBFD6F55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26D23-7DBF-4478-9196-8CDCF0E6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兩小時的體驗站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2477D-626C-4649-A0A0-D0EA8189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影片先引路，接下來逛三站、做角色卡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BBE76-5A41-48EC-8D4C-7E7836EE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B5EF3-7919-4E05-A5BC-D4C324A0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00–25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FF5A3-9AB1-4DDA-8142-74AC936E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開場十分＋概念十五分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78743-5D95-4521-AB3A-638A6356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1D721-B5E9-460F-BA0A-A842A5EE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25–65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4F9ED-549E-418F-9972-620B5CF7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三站尋寶：做三樣東西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0B275-99F2-4801-8203-B21A73D4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028C8-58CC-41E9-80EA-5943D83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65–75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2CEBD-B221-4602-8E16-30EEE11A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休息十分鐘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106B7-2C47-40DB-8316-9A5EB799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74511-469A-47D4-84E6-D5871DC6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75–105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8C673-CC9A-459C-8AB4-899D319B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角色卡＋自選規則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D7487-5325-405B-9463-F193CF66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89E7A-EAD4-4474-97F6-7CA36323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105–115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6E1E7A-714D-4FD0-AEDE-F663603F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孩子帶爸爸逛三站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1C3B7-895F-4D8B-A841-66108D6E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5A8D4-4138-4215-B4CD-84035840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115–120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6CA23-7C02-45F8-9BF7-B8EC55A9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錄音總結＋作品存檔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CC1EEE-5F17-482D-B05B-00F33EE7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今日生活技能：數位公民，不上傳、要同意、要標示</a:t>
            </a:r>
          </a:p>
        </p:txBody>
      </p:sp>
    </p:spTree>
    <p:extLst>
      <p:ext uri="{BB962C8B-B14F-4D97-AF65-F5344CB8AC3E}">
        <p14:creationId xmlns:p14="http://schemas.microsoft.com/office/powerpoint/2010/main" val="761124881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717C6A-C66C-46F0-9F5F-1077E8B0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FAEBA-AA94-416E-BA8A-501C0A68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BE332-40E7-4029-9F70-3C83E53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B8E47-F5D4-4F9F-A124-32ACFBEB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MEDIA STATIONS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305CB-A0EB-4F56-B2C6-91B32CC8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L013 · 12/12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A4645-DD68-464F-834F-DA00DBDE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A87DB-074B-48A0-8ED7-FA81BDBB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文字、圖片、聲音 AI 體驗站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BFB36-9853-48AF-9BA9-9132950F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30854-BCC8-499F-9FF6-9E015FCA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最後一關：帶爸爸逛體驗站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77FC5-1932-447B-B973-D104DE46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暫停影片：不看稿示範一次，再指出一個限制或安全注意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C3625-631C-4C75-A075-486BA7CF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9B1CB-D308-47BF-8E1C-FD04568C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384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完成多模態角色卡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211DD-350E-486C-BD5E-5A2FD5FB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2417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文字、概念圖、二十秒旁白，都有標示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5B44A-7151-480C-8FF8-1D3DE68A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6E6D0-719A-48B6-A673-3B1205CB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385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當場比較兩個體驗站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B9D58-DE7E-4C3F-83B8-65AFA4B9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24300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說出輸入、輸出和各一個限制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01D8A-ADA3-4C68-8B67-C62753E2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BB444-7494-4930-8312-1F9BCF14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4386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指出一個限制或安全注意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15264-D608-4CE4-8E34-5F40A619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92442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例如：聲音可以被模仿，要先查證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45ce9480844b8"/>
          <a:stretch xmlns:a="http://schemas.openxmlformats.org/drawingml/2006/main"/>
        </p:blipFill>
        <p:spPr>
          <a:xfrm xmlns:a="http://schemas.openxmlformats.org/drawingml/2006/main">
            <a:off x="9010780" y="2867025"/>
            <a:ext cx="2761991" cy="1554446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27016-B0D0-4E31-A739-B3D936D2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38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保持好奇，我們下次見！</a:t>
            </a:r>
          </a:p>
        </p:txBody>
      </p:sp>
    </p:spTree>
    <p:extLst>
      <p:ext uri="{BB962C8B-B14F-4D97-AF65-F5344CB8AC3E}">
        <p14:creationId xmlns:p14="http://schemas.microsoft.com/office/powerpoint/2010/main" val="770859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2026-09-27T07:18:22.0520000Z</dcterms:created>
  <dcterms:modified xsi:type="dcterms:W3CDTF">2026-09-27T07:18:22.0530000Z</dcterms:modified>
</coreProperties>
</file>