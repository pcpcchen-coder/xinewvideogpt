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988a24aafe451e" /><Relationship Type="http://schemas.openxmlformats.org/officeDocument/2006/relationships/extended-properties" Target="/docProps/app.xml" Id="R89e96513bbe04724" /><Relationship Type="http://schemas.openxmlformats.org/officeDocument/2006/relationships/officeDocument" Target="/ppt/presentation.xml" Id="Rac0ba3e5e13e4c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206fbd42a047d8"/>
  </p:sldMasterIdLst>
  <p:notesMasterIdLst>
    <p:notesMasterId xmlns:r="http://schemas.openxmlformats.org/officeDocument/2006/relationships" r:id="Refa0495f597e460d"/>
  </p:notesMasterIdLst>
  <p:sldIdLst>
    <p:sldId xmlns:r="http://schemas.openxmlformats.org/officeDocument/2006/relationships" id="256" r:id="R49f6f5a24bd647a8"/>
    <p:sldId xmlns:r="http://schemas.openxmlformats.org/officeDocument/2006/relationships" id="257" r:id="R88628df68a374ef0"/>
    <p:sldId xmlns:r="http://schemas.openxmlformats.org/officeDocument/2006/relationships" id="258" r:id="Rd27480d80eb343c1"/>
    <p:sldId xmlns:r="http://schemas.openxmlformats.org/officeDocument/2006/relationships" id="259" r:id="R5757ca2db59c437c"/>
    <p:sldId xmlns:r="http://schemas.openxmlformats.org/officeDocument/2006/relationships" id="260" r:id="R8642c9da82294e9e"/>
    <p:sldId xmlns:r="http://schemas.openxmlformats.org/officeDocument/2006/relationships" id="261" r:id="R55c6f5b785bc40c6"/>
    <p:sldId xmlns:r="http://schemas.openxmlformats.org/officeDocument/2006/relationships" id="262" r:id="R714657ef8fec4c99"/>
    <p:sldId xmlns:r="http://schemas.openxmlformats.org/officeDocument/2006/relationships" id="263" r:id="R11a87a17727342c9"/>
    <p:sldId xmlns:r="http://schemas.openxmlformats.org/officeDocument/2006/relationships" id="264" r:id="R4189eb7daf9648d3"/>
    <p:sldId xmlns:r="http://schemas.openxmlformats.org/officeDocument/2006/relationships" id="265" r:id="R5eeaeb7b63ef4161"/>
    <p:sldId xmlns:r="http://schemas.openxmlformats.org/officeDocument/2006/relationships" id="266" r:id="Rcb59e5ea54904e50"/>
    <p:sldId xmlns:r="http://schemas.openxmlformats.org/officeDocument/2006/relationships" id="267" r:id="Rc97f0bfbfab649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ed54bdca8c42da" /><Relationship Type="http://schemas.openxmlformats.org/officeDocument/2006/relationships/slideMaster" Target="/ppt/slideMasters/slideMaster1.xml" Id="Rf9206fbd42a047d8" /><Relationship Type="http://schemas.openxmlformats.org/officeDocument/2006/relationships/notesMaster" Target="/ppt/notesMasters/notesMaster1.xml" Id="Refa0495f597e460d" /><Relationship Type="http://schemas.openxmlformats.org/officeDocument/2006/relationships/presProps" Target="/ppt/presProps.xml" Id="R3814497235de494e" /><Relationship Type="http://schemas.openxmlformats.org/officeDocument/2006/relationships/tableStyles" Target="/ppt/tableStyles.xml" Id="R1fe61fdcf3e64d9e" /><Relationship Type="http://schemas.openxmlformats.org/officeDocument/2006/relationships/slide" Target="/ppt/slides/slide1.xml" Id="R49f6f5a24bd647a8" /><Relationship Type="http://schemas.openxmlformats.org/officeDocument/2006/relationships/slide" Target="/ppt/slides/slide2.xml" Id="R88628df68a374ef0" /><Relationship Type="http://schemas.openxmlformats.org/officeDocument/2006/relationships/slide" Target="/ppt/slides/slide3.xml" Id="Rd27480d80eb343c1" /><Relationship Type="http://schemas.openxmlformats.org/officeDocument/2006/relationships/slide" Target="/ppt/slides/slide4.xml" Id="R5757ca2db59c437c" /><Relationship Type="http://schemas.openxmlformats.org/officeDocument/2006/relationships/slide" Target="/ppt/slides/slide5.xml" Id="R8642c9da82294e9e" /><Relationship Type="http://schemas.openxmlformats.org/officeDocument/2006/relationships/slide" Target="/ppt/slides/slide6.xml" Id="R55c6f5b785bc40c6" /><Relationship Type="http://schemas.openxmlformats.org/officeDocument/2006/relationships/slide" Target="/ppt/slides/slide7.xml" Id="R714657ef8fec4c99" /><Relationship Type="http://schemas.openxmlformats.org/officeDocument/2006/relationships/slide" Target="/ppt/slides/slide8.xml" Id="R11a87a17727342c9" /><Relationship Type="http://schemas.openxmlformats.org/officeDocument/2006/relationships/slide" Target="/ppt/slides/slide9.xml" Id="R4189eb7daf9648d3" /><Relationship Type="http://schemas.openxmlformats.org/officeDocument/2006/relationships/slide" Target="/ppt/slides/slide10.xml" Id="R5eeaeb7b63ef4161" /><Relationship Type="http://schemas.openxmlformats.org/officeDocument/2006/relationships/slide" Target="/ppt/slides/slide11.xml" Id="Rcb59e5ea54904e50" /><Relationship Type="http://schemas.openxmlformats.org/officeDocument/2006/relationships/slide" Target="/ppt/slides/slide12.xml" Id="Rc97f0bfbfab649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741c5c1ae04d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0354bf412b4ff9" /><Relationship Type="http://schemas.openxmlformats.org/officeDocument/2006/relationships/notesMaster" Target="/ppt/notesMasters/notesMaster1.xml" Id="R59bd68112d5242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4d30af8e944d3e" /><Relationship Type="http://schemas.openxmlformats.org/officeDocument/2006/relationships/notesMaster" Target="/ppt/notesMasters/notesMaster1.xml" Id="Rafd47ed5ff1a42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72518e16404235" /><Relationship Type="http://schemas.openxmlformats.org/officeDocument/2006/relationships/notesMaster" Target="/ppt/notesMasters/notesMaster1.xml" Id="Rd63c22441ec64f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923db918b841ad" /><Relationship Type="http://schemas.openxmlformats.org/officeDocument/2006/relationships/notesMaster" Target="/ppt/notesMasters/notesMaster1.xml" Id="R7941520217ca40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3810193bdd4164" /><Relationship Type="http://schemas.openxmlformats.org/officeDocument/2006/relationships/notesMaster" Target="/ppt/notesMasters/notesMaster1.xml" Id="R79b9bd633e3140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55848a748243c0" /><Relationship Type="http://schemas.openxmlformats.org/officeDocument/2006/relationships/notesMaster" Target="/ppt/notesMasters/notesMaster1.xml" Id="Rde134264ff8d43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6a6949d1274af6" /><Relationship Type="http://schemas.openxmlformats.org/officeDocument/2006/relationships/notesMaster" Target="/ppt/notesMasters/notesMaster1.xml" Id="Ra47285ef1eb045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3baf8d5757244ad" /><Relationship Type="http://schemas.openxmlformats.org/officeDocument/2006/relationships/notesMaster" Target="/ppt/notesMasters/notesMaster1.xml" Id="Rc881b0a68e7f44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2e473fac604186" /><Relationship Type="http://schemas.openxmlformats.org/officeDocument/2006/relationships/notesMaster" Target="/ppt/notesMasters/notesMaster1.xml" Id="Rdd3835e84b2347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6db27e207cb45f2" /><Relationship Type="http://schemas.openxmlformats.org/officeDocument/2006/relationships/notesMaster" Target="/ppt/notesMasters/notesMaster1.xml" Id="Re1098236ebca4b8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7efc0b7aa1149f0" /><Relationship Type="http://schemas.openxmlformats.org/officeDocument/2006/relationships/notesMaster" Target="/ppt/notesMasters/notesMaster1.xml" Id="Ra4844436f9474f0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4a926e2db294eee" /><Relationship Type="http://schemas.openxmlformats.org/officeDocument/2006/relationships/notesMaster" Target="/ppt/notesMasters/notesMaster1.xml" Id="R2879397b939644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歡迎回到父子科技學院，我是陳犀牛，今天是第十四堂，主題是我們家的科技公約，這是依課表製作的課前教學版，並非實際上課錄音。</ns0:t>
            </ns0:r>
          </ns0:p>
          <ns1:p xmlns:ns1="http://schemas.openxmlformats.org/drawingml/2006/main">
            <ns1:r>
              <ns1:t>公約，就是全家人一起討論、一起答應、一起遵守的約定。</ns1:t>
            </ns1:r>
          </ns1:p>
          <ns2:p xmlns:ns2="http://schemas.openxmlformats.org/drawingml/2006/main">
            <ns2:r>
              <ns2:t>今天要談五件事：使用時間、花錢、隱私、作業用 AI，還有遇到問題怎麼求助。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curriculum/catalog.json：L014；來源 V2 Excel 逐堂課程第 14 堂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做公約有三個步驟。第一步，各自提出：你寫五條規則，爸爸也寫五條。</ns0:t>
            </ns0:r>
          </ns0:p>
          <ns1:p xmlns:ns1="http://schemas.openxmlformats.org/drawingml/2006/main">
            <ns1:r>
              <ns1:t>第二步，一起協商：把兩個人的規則放在一起，說出理由，改成兩個人都同意的版本。</ns1:t>
            </ns1:r>
          </ns1:p>
          <ns2:p xmlns:ns2="http://schemas.openxmlformats.org/drawingml/2006/main">
            <ns2:r>
              <ns2:t>第三步，寫下來：全家簽名，貼在看得到的地方，今天的作品就是家庭科技公約的第一版。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curriculum/catalog.json：L014；來源 V2 Excel 逐堂課程第 14 堂</ns4:t>
            </ns4:r>
          </ns4:p>
          <ns5:p xmlns:ns5="http://schemas.openxmlformats.org/drawingml/2006/main">
            <ns5:r>
              <ns5:t>https://www.healthychildren.org/English/family-life/Media/Pages/How-to-Make-a-Family-Media-Use-Plan.aspx</ns5:t>
            </ns5:r>
          </ns5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什麼是好規則？第一，說得清楚：寫出誰、什麼時候、做什麼。</ns0:t>
            </ns0:r>
          </ns0:p>
          <ns1:p xmlns:ns1="http://schemas.openxmlformats.org/drawingml/2006/main">
            <ns1:r>
              <ns1:t>第二，做得到：兩個人都同意，也真的做得到，不是只有聽起來很厲害。</ns1:t>
            </ns1:r>
          </ns1:p>
          <ns2:p xmlns:ns2="http://schemas.openxmlformats.org/drawingml/2006/main">
            <ns2:r>
              <ns2:t>第三，檢查得到：一看就知道有沒有做到；每一條也要寫上理由，和沒做到的時候怎麼補救。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curriculum/catalog.json：L014；來源 V2 Excel 逐堂課程第 14 堂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第一個主題是使用時間。「不要玩太久」說不清楚，要改成四個問題的答案。</ns0:t>
            </ns0:r>
          </ns0:p>
          <ns1:p xmlns:ns1="http://schemas.openxmlformats.org/drawingml/2006/main">
            <ns1:r>
              <ns1:t>什麼時候可以用、一次用多久、在哪裡用，還有時間到了要怎麼停下來。</ns1:t>
            </ns1:r>
          </ns1:p>
          <ns2:p xmlns:ns2="http://schemas.openxmlformats.org/drawingml/2006/main">
            <ns2:r>
              <ns2:t>爸爸也可以用電腦的螢幕使用時間功能幫忙提醒，可是最重要的，是你們先說好的約定。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curriculum/catalog.json：L014；來源 V2 Excel 逐堂課程第 14 堂</ns4:t>
            </ns4:r>
          </ns4:p>
          <ns5:p xmlns:ns5="http://schemas.openxmlformats.org/drawingml/2006/main">
            <ns5:r>
              <ns5:t>https://support.apple.com/zh-tw/guide/mac-help/mchld5412d00/mac</ns5:t>
            </ns5:r>
          </ns5:p>
          <ns6:p xmlns:ns6="http://schemas.openxmlformats.org/drawingml/2006/main">
            <ns6:r>
              <ns6:t>https://support.apple.com/zh-hk/108784</ns6:t>
            </ns6:r>
          </ns6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第二個主題是花錢。遊戲裡的點數、寶石和會員，很多都要用真的錢買。</ns0:t>
            </ns0:r>
          </ns0:p>
          <ns1:p xmlns:ns1="http://schemas.openxmlformats.org/drawingml/2006/main">
            <ns1:r>
              <ns1:t>「不可以亂買」太模糊，可以改成：要付錢的，都先問爸爸，爸爸同意了才買。</ns1:t>
            </ns1:r>
          </ns1:p>
          <ns2:p xmlns:ns2="http://schemas.openxmlformats.org/drawingml/2006/main">
            <ns2:r>
              <ns2:t>有些看起來免費的遊戲，裡面也可能要付錢，所以下載新的遊戲之前，也先問一聲。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curriculum/catalog.json：L014；來源 V2 Excel 逐堂課程第 14 堂</ns4:t>
            </ns4:r>
          </ns4:p>
          <ns5:p xmlns:ns5="http://schemas.openxmlformats.org/drawingml/2006/main">
            <ns5:r>
              <ns5:t>https://www.ftc.gov/system/files/documents/public_statements/590281/141001carumobile.pdf</ns5:t>
            </ns5:r>
          </ns5:p>
          <ns6:p xmlns:ns6="http://schemas.openxmlformats.org/drawingml/2006/main">
            <ns6:r>
              <ns6:t>https://support.apple.com/zh-tw/guide/mac-help/mchlcdcc9382/15.0/mac/15.0</ns6:t>
            </ns6:r>
          </ns6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第三個主題是隱私。有三樣東西不給別人：個資、照片和密碼。</ns0:t>
            </ns0:r>
          </ns0:p>
          <ns1:p xmlns:ns1="http://schemas.openxmlformats.org/drawingml/2006/main">
            <ns1:r>
              <ns1:t>個資是姓名、學校、住址、電話這些能找到你的資料；照片包括自己的，也包括別人的。</ns1:t>
            </ns1:r>
          </ns1:p>
          <ns2:p xmlns:ns2="http://schemas.openxmlformats.org/drawingml/2006/main">
            <ns2:r>
              <ns2:t>密碼只有你和爸爸媽媽知道，就算是很要好的朋友，也不要告訴他。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https://jr.hs.ntnu.edu.tw/wp-content/uploads/2026/02/中小學使用「生成式人工智慧」注意事項2.1.pdf</ns4:t>
            </ns4:r>
          </ns4:p>
          <ns5:p xmlns:ns5="http://schemas.openxmlformats.org/drawingml/2006/main">
            <ns5:r>
              <ns5:t>https://eliteracy.edu.tw/</ns5:t>
            </ns5:r>
          </ns5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第四個主題是作業和 AI，先記住一個順序：先自己想，再問，最後自己檢查。</ns0:t>
            </ns0:r>
          </ns0:p>
          <ns1:p xmlns:ns1="http://schemas.openxmlformats.org/drawingml/2006/main">
            <ns1:r>
              <ns1:t>用了也要小心：它會說錯，所以答案要自己查一查；不能把它寫的內容，直接當成自己的作業交出去。</ns1:t>
            </ns1:r>
          </ns1:p>
          <ns2:p xmlns:ns2="http://schemas.openxmlformats.org/drawingml/2006/main">
            <ns2:r>
              <ns2:t>如果用了，要照老師的規定，寫出用了什麼工具、用在哪裡；老師說不能用，就不用。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https://jr.hs.ntnu.edu.tw/wp-content/uploads/2026/02/中小學使用「生成式人工智慧」注意事項2.1.pdf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第五個主題是求助。看到讓你害怕、不舒服的東西，或是有人跟你要錢、要照片、叫你保密，就是要馬上求助的訊號。</ns0:t>
            </ns0:r>
          </ns0:p>
          <ns1:p xmlns:ns1="http://schemas.openxmlformats.org/drawingml/2006/main">
            <ns1:r>
              <ns1:t>不小心按錯、買錯、傳錯，也一樣，先告訴爸爸媽媽，越早說，越容易處理。</ns1:t>
            </ns1:r>
          </ns1:p>
          <ns2:p xmlns:ns2="http://schemas.openxmlformats.org/drawingml/2006/main">
            <ns2:r>
              <ns2:t>這一條要寫給爸爸：孩子來求助，先一起處理，不先罵人；公約不是只管小孩，大人也要遵守。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curriculum/catalog.json：L014；來源 V2 Excel 逐堂課程第 14 堂</ns4:t>
            </ns4:r>
          </ns4:p>
          <ns5:p xmlns:ns5="http://schemas.openxmlformats.org/drawingml/2006/main">
            <ns5:r>
              <ns5:t>https://www.healthychildren.org/English/family-life/Media/Pages/How-to-Make-a-Family-Media-Use-Plan.aspx</ns5:t>
            </ns5:r>
          </ns5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現在開始規則競速。計時八分鐘，你和爸爸各寫五條規則，五個主題各寫一條，先寫完的人可以先念。</ns0:t>
            </ns0:r>
          </ns0:p>
          <ns1:p xmlns:ns1="http://schemas.openxmlformats.org/drawingml/2006/main">
            <ns1:r>
              <ns1:t>接著一條一條協商：用三個條件檢查，說不清楚的改清楚，做不到的改小一點，兩個人都同意才寫進去。</ns1:t>
            </ns1:r>
          </ns1:p>
          <ns2:p xmlns:ns2="http://schemas.openxmlformats.org/drawingml/2006/main">
            <ns2:r>
              <ns2:t>爸爸的規則也算數，例如吃飯的時候，爸爸的手機也要放進籃子裡。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curriculum/catalog.json：L014；來源 V2 Excel 逐堂課程第 14 堂</ns4:t>
            </ns4:r>
          </ns4:p>
          <ns5:p xmlns:ns5="http://schemas.openxmlformats.org/drawingml/2006/main">
            <ns5:r>
              <ns5:t>https://www.healthychildren.org/English/family-life/Media/Pages/How-to-Make-a-Family-Media-Use-Plan.aspx</ns5:t>
            </ns5:r>
          </ns5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下半場換你自己來，把協商好的規則整理成家庭科技公約，再加一條你自選的規則，或是一個新功能。</ns0:t>
            </ns0:r>
          </ns0:p>
          <ns1:p xmlns:ns1="http://schemas.openxmlformats.org/drawingml/2006/main">
            <ns1:r>
              <ns1:t>例如，做一張每週檢查表，每天打勾；或是寫一條，規則做不到的時候，全家怎麼一起修改。</ns1:t>
            </ns1:r>
          </ns1:p>
          <ns2:p xmlns:ns2="http://schemas.openxmlformats.org/drawingml/2006/main">
            <ns2:r>
              <ns2:t>寫好之後，請爸爸照著你的規則做一次，看看是不是真的做得到。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curriculum/catalog.json：L014；來源 V2 Excel 逐堂課程第 14 堂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這兩個小時的安排是：開場十分鐘，認識好規則和五個主題十五分鐘，接著四十分鐘，和爸爸規則競速和協商，然後休息十分鐘。</ns0:t>
            </ns0:r>
          </ns0:p>
          <ns1:p xmlns:ns1="http://schemas.openxmlformats.org/drawingml/2006/main">
            <ns1:r>
              <ns1:t>下半場三十分鐘，自己整理公約，再加一個自選的規則或功能；接著十分鐘交換角色，由你教爸爸好規則的三個條件。</ns1:t>
            </ns1:r>
          </ns1:p>
          <ns2:p xmlns:ns2="http://schemas.openxmlformats.org/drawingml/2006/main">
            <ns2:r>
              <ns2:t>最後五分鐘錄音總結，替公約取名字、存成第一版，全家一起簽名。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curriculum/catalog.json：L014；來源 V2 Excel 逐堂課程第 14 堂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最後一關，請不看稿，說出好規則的三個條件，再挑一條公約，說明它為什麼做得到。</ns0:t>
            </ns0:r>
          </ns0:p>
          <ns1:p xmlns:ns1="http://schemas.openxmlformats.org/drawingml/2006/main">
            <ns1:r>
              <ns1:t>再指出一個容易錯的地方，例如規則太模糊，像「不要玩太久」，就沒辦法檢查。</ns1:t>
            </ns1:r>
          </ns1:p>
          <ns2:p xmlns:ns2="http://schemas.openxmlformats.org/drawingml/2006/main">
            <ns2:r>
              <ns2:t>今天的作品是家庭科技公約第一版，過一陣子再一起檢查、改成新版本；我是陳犀牛，保持好奇，我們下次見！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curriculum/catalog.json：L014；來源 V2 Excel 逐堂課程第 14 堂</ns4:t>
            </ns4:r>
          </ns4:p>
          <ns5:p xmlns:ns5="http://schemas.openxmlformats.org/drawingml/2006/main">
            <ns5:r>
              <ns5:t>https://www.healthychildren.org/English/family-life/Media/Pages/How-to-Make-a-Family-Media-Use-Plan.aspx</ns5:t>
            </ns5:r>
          </ns5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42e03d71fb4c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512989e5794e8e" /><Relationship Type="http://schemas.openxmlformats.org/officeDocument/2006/relationships/slideLayout" Target="/ppt/slideLayouts/slideLayout1.xml" Id="R01a482d4b8e447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a482d4b8e447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a216ea8054d9b" /><Relationship Type="http://schemas.openxmlformats.org/officeDocument/2006/relationships/image" Target="/ppt/media/image.png" Id="Rbca4e52f8e0146e2" /><Relationship Type="http://schemas.openxmlformats.org/officeDocument/2006/relationships/notesSlide" Target="/ppt/notesSlides/notesSlide1.xml" Id="Rc6043144aa3745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7a6bd9200494c" /><Relationship Type="http://schemas.openxmlformats.org/officeDocument/2006/relationships/notesSlide" Target="/ppt/notesSlides/notesSlide2.xml" Id="R62f52c685e0543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78bbb918141ab" /><Relationship Type="http://schemas.openxmlformats.org/officeDocument/2006/relationships/image" Target="/ppt/media/image2.png" Id="Rec23f7c286e54276" /><Relationship Type="http://schemas.openxmlformats.org/officeDocument/2006/relationships/notesSlide" Target="/ppt/notesSlides/notesSlide3.xml" Id="R154a8cc8c06d4c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d87ded7a2a4638" /><Relationship Type="http://schemas.openxmlformats.org/officeDocument/2006/relationships/notesSlide" Target="/ppt/notesSlides/notesSlide4.xml" Id="Re40bfdfa35b945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185b7b7dd4fa3" /><Relationship Type="http://schemas.openxmlformats.org/officeDocument/2006/relationships/notesSlide" Target="/ppt/notesSlides/notesSlide5.xml" Id="R3e0ba43c70dc44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10d0cc4a2649e6" /><Relationship Type="http://schemas.openxmlformats.org/officeDocument/2006/relationships/notesSlide" Target="/ppt/notesSlides/notesSlide6.xml" Id="Rf44d2045cb9b49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dcbf5b26534f49" /><Relationship Type="http://schemas.openxmlformats.org/officeDocument/2006/relationships/notesSlide" Target="/ppt/notesSlides/notesSlide7.xml" Id="Rce2e5e22c15041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af8929889540e5" /><Relationship Type="http://schemas.openxmlformats.org/officeDocument/2006/relationships/notesSlide" Target="/ppt/notesSlides/notesSlide8.xml" Id="R4096185b08b948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b5ad502fc443c" /><Relationship Type="http://schemas.openxmlformats.org/officeDocument/2006/relationships/notesSlide" Target="/ppt/notesSlides/notesSlide9.xml" Id="Re86d4aeeaf9c48e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fbaad4520438c" /><Relationship Type="http://schemas.openxmlformats.org/officeDocument/2006/relationships/image" Target="/ppt/media/image3.png" Id="R975aaaee3a564bfb" /><Relationship Type="http://schemas.openxmlformats.org/officeDocument/2006/relationships/notesSlide" Target="/ppt/notesSlides/notesSlide10.xml" Id="R64cb8e182fa2477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a098c5db24b6c" /><Relationship Type="http://schemas.openxmlformats.org/officeDocument/2006/relationships/notesSlide" Target="/ppt/notesSlides/notesSlide11.xml" Id="Rb386007287c74a0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4b097f0224479" /><Relationship Type="http://schemas.openxmlformats.org/officeDocument/2006/relationships/image" Target="/ppt/media/image4.png" Id="Rd0245ce9480844b8" /><Relationship Type="http://schemas.openxmlformats.org/officeDocument/2006/relationships/notesSlide" Target="/ppt/notesSlides/notesSlide12.xml" Id="Rdd399b867a354cdf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95FB6F-14E0-475B-BF4B-B88AB782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9B8E06-E7FB-459B-A44A-F0234620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013C84-ED01-4C2B-86C9-EF26FF57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CE275A-40A8-4D33-948B-547187BC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FAMILY TECH PACT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49E491-2F41-46FB-9A31-0F0F7609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L014 · 01/12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BBA164-E856-44B9-A42B-1107C702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63D37F-BB8F-4146-92E7-32AF5A8E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我們家的科技公約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C0F41E-3799-459D-9A13-E32D02B1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9E9924-92DB-436D-8F7B-98E42426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609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第十四堂任務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471F37-8ACE-469E-A741-AF301162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905000"/>
            <a:ext cx="857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575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我們家的</a:t>
            </a:r>
          </a:p>
          <a:p xmlns:a="http://schemas.openxmlformats.org/drawingml/2006/main">
            <a:pPr>
              <a:defRPr sz="4575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575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科技公約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59F7BD-9752-41C4-BA80-944206D1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時間、花錢、隱私、作業和 AI、求助，一起訂規則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140ADE-9E81-466D-AB92-F0788019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第十四堂  ·  依課表製作的課前教學版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a4e52f8e0146e2"/>
          <a:stretch xmlns:a="http://schemas.openxmlformats.org/drawingml/2006/main"/>
        </p:blipFill>
        <p:spPr>
          <a:xfrm xmlns:a="http://schemas.openxmlformats.org/drawingml/2006/main">
            <a:off x="7905934" y="3276600"/>
            <a:ext cx="3923932" cy="220838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569016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5A8FDF-0A26-4AB5-9D52-0FA90478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340C0D-229D-4A52-9A08-FD018C4B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3D5C34-F886-4E17-BB12-C3FAC5B0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4A3E2-C971-4D96-9860-74C3D879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FAMILY TECH PACT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551D3D-E13F-47B0-9162-3F898E17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L014 · 02/12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1426FB-E164-4DEC-B08D-E30D9A31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87DAC1-9B87-404E-8AAE-F15C303E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我們家的科技公約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B1BC82-69E0-407E-B693-88FB7DFA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101A07-E021-4D16-812A-A59902B5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公約三步驟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F2A1F9-F217-4B1C-B31F-32D8F4E7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先各自提出，再一起協商，最後寫下來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D8C5F4-E88E-40FF-A201-19945C4B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81300"/>
            <a:ext cx="2952750" cy="1971675"/>
          </a:xfrm>
          <a:prstGeom xmlns:a="http://schemas.openxmlformats.org/drawingml/2006/main" prst="roundRect">
            <a:avLst>
              <a:gd name="adj" fmla="val 6763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72F21-E0AD-430B-9164-ED9F625A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4322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01 各自提出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0DBF8D-D7BF-4DAA-B14C-0FF82851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2571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你寫五條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爸爸寫五條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A351D7-1303-4008-BCCC-ACAE4B2C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50520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B159D6-9798-4EB5-AD1D-C80C201F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81300"/>
            <a:ext cx="2952750" cy="1971675"/>
          </a:xfrm>
          <a:prstGeom xmlns:a="http://schemas.openxmlformats.org/drawingml/2006/main" prst="roundRect">
            <a:avLst>
              <a:gd name="adj" fmla="val 6763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CE4443-04FD-44CB-86A5-BDE27468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4322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02 一起協商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4384A8-4A5D-41D2-A421-29C7BA74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86150"/>
            <a:ext cx="2571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說出理由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改成做得到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5391EA-D475-4AF5-B429-F5C98821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50520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D77F44-9521-4837-B5D9-DD8CA601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81300"/>
            <a:ext cx="3714750" cy="1971675"/>
          </a:xfrm>
          <a:prstGeom xmlns:a="http://schemas.openxmlformats.org/drawingml/2006/main" prst="roundRect">
            <a:avLst>
              <a:gd name="adj" fmla="val 6763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4C3E51-BD62-4CF2-8454-77D2A5CD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432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 寫下來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46D56C-250D-4215-A3D8-D9230A0F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86150"/>
            <a:ext cx="3333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全家簽名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貼在看得到的地方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C59ACD-30E4-48C5-8ADE-8F66868B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今天的作品：家庭科技公約 v1.0（第一版）</a:t>
            </a:r>
          </a:p>
        </p:txBody>
      </p:sp>
    </p:spTree>
    <p:extLst>
      <p:ext uri="{BB962C8B-B14F-4D97-AF65-F5344CB8AC3E}">
        <p14:creationId xmlns:p14="http://schemas.microsoft.com/office/powerpoint/2010/main" val="2135673015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CBAA85-7BCE-4397-9C31-1B021B5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FB59EF-386A-4282-942F-3AF04A3E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D2E1A-3824-401C-A4E8-B6C9C608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2A4ED8-8BC9-4FFE-A8C5-F23DAA58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FAMILY TECH PACT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7437CF-9118-435F-99C4-507F6A1C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L014 · 03/12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C147E9-E943-4D0E-9622-E48021D0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1516A-4913-4D46-963F-390D4A34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我們家的科技公約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EEE8F7-F6EC-44F4-8B52-2A48DA97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EEF589-74D1-44C7-87A1-B5A5DFBC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好規則的三個條件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6DA111-FC0E-4CD3-8431-6034FB96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每一條都寫理由，也寫沒做到時怎麼補救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FE4ECE-62BC-4828-B2F4-54293254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85BD05-AD46-4B5D-8A2E-3649FFCC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49555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說得清楚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1DDBB2-E2F9-4C47-B861-88060588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981325"/>
            <a:ext cx="685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寫出誰、什麼時候、做什麼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993BFF-EB17-4426-8E50-7A4FDB6B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AD1378-FE3A-4E5A-B7A8-5E05607D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52425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做得到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89B2F8-CD8B-490E-A0D8-CC271D64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010025"/>
            <a:ext cx="685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兩個人都同意，也真的做得到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C1F8D6-8833-48B6-BBC2-45CDEBF4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CCD6D1-37AB-4D6A-9BF0-FC910251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55295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檢查得到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244EB0-F044-4212-8D30-F2FB68ED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038725"/>
            <a:ext cx="685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一看就知道有沒有做到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23f7c286e54276"/>
          <a:stretch xmlns:a="http://schemas.openxmlformats.org/drawingml/2006/main"/>
        </p:blipFill>
        <p:spPr>
          <a:xfrm xmlns:a="http://schemas.openxmlformats.org/drawingml/2006/main">
            <a:off x="9067923" y="3028950"/>
            <a:ext cx="2619129" cy="147404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818341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673393-EFB5-4A98-86E7-A558CAF6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402777-7C0B-4C2B-82B1-9221AED7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6EA910-FEAB-4772-8D2F-23EA5F60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AEF2EE-5F1D-4CB7-A63C-1A6A38CC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FAMILY TECH PACT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02EB7E-31AD-40B2-B8F6-209B239E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L014 · 04/12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786C83-64FD-4F3B-9866-611EEBB5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1456A0-A883-44BB-A110-018AC976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我們家的科技公約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8C1631-6816-4C34-8D2C-37618339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02B4DF-6175-43AC-A2CA-E797BE30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主題一：使用時間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573212-295F-4664-9509-BEE0CBFD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「不要玩太久」改成四個問題的答案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89E95D-FD05-4BA5-8315-2E10EF66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505075"/>
            <a:ext cx="10858500" cy="2419350"/>
          </a:xfrm>
          <a:prstGeom xmlns:a="http://schemas.openxmlformats.org/drawingml/2006/main" prst="roundRect">
            <a:avLst>
              <a:gd name="adj" fmla="val 6299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1982C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0F7010-BCD9-4AFE-B3EE-F2CF21B4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時間規則四問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C4C19A-623F-4463-8828-28E46AB2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86125"/>
            <a:ext cx="2333625" cy="1123950"/>
          </a:xfrm>
          <a:prstGeom xmlns:a="http://schemas.openxmlformats.org/drawingml/2006/main" prst="roundRect">
            <a:avLst>
              <a:gd name="adj" fmla="val 11017"/>
            </a:avLst>
          </a:prstGeom>
          <a:solidFill xmlns:a="http://schemas.openxmlformats.org/drawingml/2006/main">
            <a:srgbClr val="092944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4E39EA-96C9-44A7-9404-C155E50C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194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什麼時候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0D4E72-DB1F-45C4-9A15-C387F5EE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可以用的時段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DEEE00-B13F-4CCA-8135-429F95AB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86125"/>
            <a:ext cx="2333625" cy="1123950"/>
          </a:xfrm>
          <a:prstGeom xmlns:a="http://schemas.openxmlformats.org/drawingml/2006/main" prst="roundRect">
            <a:avLst>
              <a:gd name="adj" fmla="val 11017"/>
            </a:avLst>
          </a:prstGeom>
          <a:solidFill xmlns:a="http://schemas.openxmlformats.org/drawingml/2006/main">
            <a:srgbClr val="092944"/>
          </a:solidFill>
          <a:ln xmlns:a="http://schemas.openxmlformats.org/drawingml/2006/main" w="14288">
            <a:solidFill>
              <a:srgbClr val="1982C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FB9014-432E-46FB-8E54-67A4D120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194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用多久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319C4A-A0DE-48C4-96B5-29AE0107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一次幾分鐘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EB9631-D6B6-4A83-AA68-4FB40C48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86125"/>
            <a:ext cx="2333625" cy="1123950"/>
          </a:xfrm>
          <a:prstGeom xmlns:a="http://schemas.openxmlformats.org/drawingml/2006/main" prst="roundRect">
            <a:avLst>
              <a:gd name="adj" fmla="val 11017"/>
            </a:avLst>
          </a:prstGeom>
          <a:solidFill xmlns:a="http://schemas.openxmlformats.org/drawingml/2006/main">
            <a:srgbClr val="092944"/>
          </a:solidFill>
          <a:ln xmlns:a="http://schemas.openxmlformats.org/drawingml/2006/main" w="14288">
            <a:solidFill>
              <a:srgbClr val="1982C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C93E69-D9F1-4C4A-9504-B6F4F5C9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194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在哪裡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F8B02D-2AEA-4B5F-B77F-9133A2E8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05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例如客廳、書桌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7B213E-4BBA-443B-B52A-2F0FE625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86125"/>
            <a:ext cx="2333625" cy="1123950"/>
          </a:xfrm>
          <a:prstGeom xmlns:a="http://schemas.openxmlformats.org/drawingml/2006/main" prst="roundRect">
            <a:avLst>
              <a:gd name="adj" fmla="val 11017"/>
            </a:avLst>
          </a:prstGeom>
          <a:solidFill xmlns:a="http://schemas.openxmlformats.org/drawingml/2006/main">
            <a:srgbClr val="092944"/>
          </a:solidFill>
          <a:ln xmlns:a="http://schemas.openxmlformats.org/drawingml/2006/main" w="14288">
            <a:solidFill>
              <a:srgbClr val="1982C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716258-A662-4C89-AD41-DBF59C82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194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時間到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6C6751-BE75-4F38-9317-129A2428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05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怎麼停下來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A31B5B-E3AB-4F86-B881-463F10D3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例：寫完功課，在客廳用三十分鐘；鬧鐘響了就存檔關機</a:t>
            </a:r>
          </a:p>
        </p:txBody>
      </p:sp>
    </p:spTree>
    <p:extLst>
      <p:ext uri="{BB962C8B-B14F-4D97-AF65-F5344CB8AC3E}">
        <p14:creationId xmlns:p14="http://schemas.microsoft.com/office/powerpoint/2010/main" val="1678544267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D9F304-5B6E-4ECF-9C90-00D9788A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FF9A5A-BAF0-48F5-8990-5B4A8823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9EFC3-C31E-45EE-B1B3-984F4AA3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ED9757-3F1B-4EFC-992A-837BB3EF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FAMILY TECH PACT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66B9D-8E05-45B5-82DA-8E9FD63A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L014 · 05/12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3715D2-4CE7-40FA-817E-4D2AA1B2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F1C166-E003-442E-AA6F-006BA2D2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我們家的科技公約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DBC8BB-ED2E-4B38-841F-74B41F4D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ED210A-0D1B-4434-8D88-EE5D6C7A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主題二：花錢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3FE0B1-EF4E-4A6B-8B95-70AE4FE1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點數、寶石和會員，很多都要用真的錢買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CC8878-AA73-4717-B152-A4033C43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95575"/>
            <a:ext cx="4572000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FA5FEF-1937-4F06-AE5E-DBFE5CD5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模糊的規則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0450EB-4721-488F-8518-507520B2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0425"/>
            <a:ext cx="4191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不可以亂買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84B9AA-5B9C-493B-ADB8-F9342A0D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29565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5C7207-8BF9-4412-A538-E8FA9152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695575"/>
            <a:ext cx="5191125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F3D441-7B42-4FB2-830B-2EF474F2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857500"/>
            <a:ext cx="481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做得到的規則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5F7FE2-EF33-45DA-994E-E2CAD94C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400425"/>
            <a:ext cx="4810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要付錢的，都先問爸爸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FE027F-CF90-4BEF-9893-80F73FCF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看起來免費的遊戲，裡面也可能要付錢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A7DACC-C28D-410C-8463-2B7822D0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下載新的遊戲之前，也先問一聲</a:t>
            </a:r>
          </a:p>
        </p:txBody>
      </p:sp>
    </p:spTree>
    <p:extLst>
      <p:ext uri="{BB962C8B-B14F-4D97-AF65-F5344CB8AC3E}">
        <p14:creationId xmlns:p14="http://schemas.microsoft.com/office/powerpoint/2010/main" val="1748632481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5CC505-827E-41D4-9607-7E613B32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18ACC-7141-480D-820C-C3F98286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FEB4CE-2EEE-40A7-A9FF-D5BCDCFF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A6196-CC6C-4F4E-ABF5-49B768CE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FAMILY TECH PACT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F9441B-FD9D-4183-90B0-6ABBDAFC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L014 · 06/12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B4F94E-BB68-40AF-9813-92882719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038368-0361-4B17-B135-10368D2B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我們家的科技公約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84872B-9405-4FBD-8519-2660383A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125D58-E48F-431E-B98B-E05B67B7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主題三：隱私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080AC9-E85A-4F31-B65B-69E4611B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三樣東西不給別人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DEC8F4-D741-43B8-8D37-74F21379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71775"/>
            <a:ext cx="3143250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2E7DFA-F49D-4C24-BB72-4E8D6ECC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不給個資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9765E2-BB14-4FF4-84F9-F5472B80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27622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姓名、學校、住址、電話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CB0193-26D1-4FF9-9571-F4304C1C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771775"/>
            <a:ext cx="3381375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CFFBBC-8F43-4582-B2ED-DDC2D7CC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933700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不傳照片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7A2E4A-F98B-446F-8042-7B3B6951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476625"/>
            <a:ext cx="300037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自己的和別人的都一樣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06EF27-5373-4150-A8CC-546189BD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71775"/>
            <a:ext cx="3800475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7CF9E8-F094-4279-9DCB-E9D20267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33700"/>
            <a:ext cx="3419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不說密碼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9BF58E-3020-4D61-9A71-E7BB22E8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476625"/>
            <a:ext cx="341947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只有你和爸爸媽媽知道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83D278-8FC4-479D-BED8-9F94B176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你來說說：哪些資料能讓陌生人找到你？</a:t>
            </a:r>
          </a:p>
        </p:txBody>
      </p:sp>
    </p:spTree>
    <p:extLst>
      <p:ext uri="{BB962C8B-B14F-4D97-AF65-F5344CB8AC3E}">
        <p14:creationId xmlns:p14="http://schemas.microsoft.com/office/powerpoint/2010/main" val="255296773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251821-E1D9-4F03-A1F4-58B80515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21B96-4AF8-4FFE-9598-72396F5D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86763A-8B6A-4AEE-B4D6-D399CDF2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295050-216F-4E2C-951C-27F9F6DF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FAMILY TECH PACT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483EEB-6C1E-4954-8118-BB8AF8B9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L014 · 07/12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5969B-502F-4613-9C38-1EF27BB3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C725B5-4AFF-4554-8AF7-E3273294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我們家的科技公約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384212-33D0-4FFD-9430-01D6311D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3E2F9A-C11B-4B52-BFEE-8118887B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主題四：作業和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B2D851-0FBC-430A-842A-E4228DF2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先自己想，再問，最後自己檢查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DAAECC-07C8-45DE-8974-8DAD05B7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193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先自己想  →  再問  →  自己檢查  →  照實註明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379B45-47FC-4B91-A804-6BED237C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81375" cy="1514475"/>
          </a:xfrm>
          <a:prstGeom xmlns:a="http://schemas.openxmlformats.org/drawingml/2006/main" prst="roundRect">
            <a:avLst>
              <a:gd name="adj" fmla="val 8805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A0C263-39F0-4496-BB70-27E6867D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956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先自己想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920E7B-4075-4D36-B91B-E7CBAEC2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38600"/>
            <a:ext cx="300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先寫下自己的想法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49639E-237F-4D24-9252-44D72F55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333750"/>
            <a:ext cx="3381375" cy="1514475"/>
          </a:xfrm>
          <a:prstGeom xmlns:a="http://schemas.openxmlformats.org/drawingml/2006/main" prst="roundRect">
            <a:avLst>
              <a:gd name="adj" fmla="val 8805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E6DC0F-8650-47A6-8290-C8F07E88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4956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自己檢查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7068CF-B684-4C28-8645-48F0073F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038600"/>
            <a:ext cx="300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它會說錯，要查一查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3BEBEC-F150-47DA-83DF-FCC1AECE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33750"/>
            <a:ext cx="3381375" cy="1514475"/>
          </a:xfrm>
          <a:prstGeom xmlns:a="http://schemas.openxmlformats.org/drawingml/2006/main" prst="roundRect">
            <a:avLst>
              <a:gd name="adj" fmla="val 8805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AD5544-71E6-438E-BC72-577FF005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956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照實註明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29F0AB-628F-44FA-8E2A-A386F789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38600"/>
            <a:ext cx="300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寫出什麼工具、用在哪裡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DE8EF5-DFCD-4843-AF21-C32A2DF6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不能把它寫的內容，直接當成自己的作業交出去</a:t>
            </a:r>
          </a:p>
        </p:txBody>
      </p:sp>
    </p:spTree>
    <p:extLst>
      <p:ext uri="{BB962C8B-B14F-4D97-AF65-F5344CB8AC3E}">
        <p14:creationId xmlns:p14="http://schemas.microsoft.com/office/powerpoint/2010/main" val="931827616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086372-F30A-4E13-B18F-DA1C8BBE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B76E11-4BDC-43B6-A636-CE205284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9053B-AE9A-4D1D-9C0B-0C66CEA3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7B777-2BEB-4890-A16C-B6681D57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FAMILY TECH PACT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D894C7-02C7-413C-B65C-598C4536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L014 · 08/12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0B2A5D-D21B-4EE7-964F-D3FCC14B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F107DA-CD42-468D-9FA7-69E71743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我們家的科技公約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2EF73F-8C05-4998-8A61-E53FB3E3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6DAD61-383E-4599-B570-C9F7F7E7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主題五：求助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A584D7-C49F-492A-A10C-E6C48574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越早說，越容易處理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59AC0F-B4F0-4C2F-8A05-CEBFD31C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19375"/>
            <a:ext cx="58102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看到害怕、不舒服的東西</a:t>
            </a:r>
          </a:p>
          <a:p xmlns:a="http://schemas.openxmlformats.org/drawingml/2006/main">
            <a:pPr>
              <a:def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有人要錢、要照片、叫你保密</a:t>
            </a:r>
          </a:p>
          <a:p xmlns:a="http://schemas.openxmlformats.org/drawingml/2006/main">
            <a:pPr>
              <a:def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不小心按錯、買錯、傳錯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C5D711-648B-4721-913D-5EB2AF9E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571750"/>
            <a:ext cx="3810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先找誰？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3D1310-8F0F-4C22-B1CE-A6A3D019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276600"/>
            <a:ext cx="4171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馬上告訴爸爸媽媽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012752-C9A3-486F-9001-48423A3E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943350"/>
            <a:ext cx="42767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寫給爸爸：</a:t>
            </a:r>
          </a:p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先一起處理，不先罵人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BB7009-842C-4AA9-8CC6-458B48B8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暫停影片：說出你可以求助的兩個大人</a:t>
            </a:r>
          </a:p>
        </p:txBody>
      </p:sp>
    </p:spTree>
    <p:extLst>
      <p:ext uri="{BB962C8B-B14F-4D97-AF65-F5344CB8AC3E}">
        <p14:creationId xmlns:p14="http://schemas.microsoft.com/office/powerpoint/2010/main" val="1620250031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4B4CB7-C0AF-4496-8CB0-D1603C7F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62D067-1474-44F4-8964-C1EADECA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B3C13C-A50A-468A-89EF-2126ED33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CD4894-4F66-4BDA-BC3D-167C59A5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FAMILY TECH PACT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5E446-75CA-46F0-90CC-7CDB62CE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L014 · 09/12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E8641B-9445-488A-9859-8D4390D1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B4117B-9818-4A06-A8EE-2C68CFA6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我們家的科技公約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7EA854-6195-4340-B051-434E2603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71742-6C30-47F4-84D4-DE550986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規則競速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C30A55-51BB-4C3D-B3CC-A1DA3CBD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先計時寫規則，再一條一條協商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6EFEA1-1686-442B-92CE-84B5BB01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609850"/>
            <a:ext cx="5105400" cy="2409825"/>
          </a:xfrm>
          <a:prstGeom xmlns:a="http://schemas.openxmlformats.org/drawingml/2006/main" prst="roundRect">
            <a:avLst>
              <a:gd name="adj" fmla="val 5534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243D0C-6171-40DC-BD0D-E24D8D18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71775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第一回合：規則競速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02D87F-A3EC-4A17-8CA4-8C4E0E11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14700"/>
            <a:ext cx="47244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計時八分鐘，各寫五條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五個主題各寫一條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C58341-7262-4B9E-9B93-83DC37DB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09850"/>
            <a:ext cx="5429250" cy="2409825"/>
          </a:xfrm>
          <a:prstGeom xmlns:a="http://schemas.openxmlformats.org/drawingml/2006/main" prst="roundRect">
            <a:avLst>
              <a:gd name="adj" fmla="val 5534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ABC0F4-18AE-4011-A539-1EF681B1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7177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第二回合：一條一條協商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2699C2-1693-457E-8A0A-524E5D8B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14700"/>
            <a:ext cx="50482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說不清楚的改清楚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兩個人都同意才寫進去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C9B7AD-6296-4A99-B4B6-3C4EC7FD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爸爸的規則也算數：大人也要遵守</a:t>
            </a:r>
          </a:p>
        </p:txBody>
      </p:sp>
    </p:spTree>
    <p:extLst>
      <p:ext uri="{BB962C8B-B14F-4D97-AF65-F5344CB8AC3E}">
        <p14:creationId xmlns:p14="http://schemas.microsoft.com/office/powerpoint/2010/main" val="418818207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C5B7C4-5F33-4569-88B4-3E002E98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87322-E497-4E0D-B109-208A5C93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142D4-9C36-4B23-A35A-1EB02F43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CE7724-8444-4710-A45F-7D9E7D65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FAMILY TECH PACT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74DA5-F4EE-46D9-BA36-3F71AE41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L014 · 10/12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9DCE5-E499-49C7-82F7-7E7BC91C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8027B8-47E0-4742-8670-DD051391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我們家的科技公約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47E136-9364-4408-AF3A-AE6865E4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739A64-F7AD-466E-A819-A9CBC7CA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換你改造：公約 v1.0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581646-7949-4EC5-BED3-760BEED7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把協商好的規則，整理成全家看得懂的公約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6C069D-F973-4AB0-915A-85C6B3E0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023E3A-DF33-4AA6-BF77-C7119076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466975"/>
            <a:ext cx="719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整理成公約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EF6DB7-1362-43E6-8363-4B8FC29E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952750"/>
            <a:ext cx="7191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五個主題，每條都有理由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BCE7AC-A886-4081-BD27-AAC24AF1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A3F3F9-D4A9-48E1-AAD6-EB326106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533775"/>
            <a:ext cx="719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加一個自選規則或功能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5D7F50-72A2-4CE9-95C9-D58E9B09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019550"/>
            <a:ext cx="7191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例如：每週檢查表、修改規則的方法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F942DB-8D66-44E8-A58D-C09C9384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6B270F-2B19-4B8D-AD20-CD3E7EE1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600575"/>
            <a:ext cx="719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請爸爸試一次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9B412F-1F6A-4310-BA7C-B1FF21FC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086350"/>
            <a:ext cx="7191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照著做，看看是不是真的做得到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5aaaee3a564bfb"/>
          <a:stretch xmlns:a="http://schemas.openxmlformats.org/drawingml/2006/main"/>
        </p:blipFill>
        <p:spPr>
          <a:xfrm xmlns:a="http://schemas.openxmlformats.org/drawingml/2006/main">
            <a:off x="9153641" y="3114675"/>
            <a:ext cx="2476267" cy="139364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795977"/>
      </p:ext>
    </p:extLst>
  </p:cSld>
</p:sld>
</file>

<file path=ppt/slides/slide1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F51C18-A484-46C6-845A-F5C3F0CD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83D445-12DF-4E92-92B7-7B6A17E6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374B48-6E4B-43C8-8DCE-E7405175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B3135-DFAD-4B49-A573-BB63F3D2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FAMILY TECH PACT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8C7EC-753E-4A1E-B5B5-7BE508D4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L014 · 11/12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C08CA8-39CD-4689-A571-221AF81C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0F0A9C-C984-41CB-87B3-74E55748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我們家的科技公約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80C8D9-F12D-46AA-A86D-BBFD6F55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D26D23-7DBF-4478-9196-8CDCF0E6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兩小時的公約會議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C2477D-626C-4649-A0A0-D0EA8189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影片先引路，接下來寫規則、協商、簽名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DBBE76-5A41-48EC-8D4C-7E7836EE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19450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EB5EF3-7919-4E05-A5BC-D4C324A0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6697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00–25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CFF5A3-9AB1-4DDA-8142-74AC936E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669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開場十分＋概念十五分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878743-5D95-4521-AB3A-638A6356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81475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B1D721-B5E9-460F-BA0A-A842A5EE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29000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25–65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E4F9ED-549E-418F-9972-620B5CF7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429000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規則競速＋協商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40B275-99F2-4801-8203-B21A73D4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43500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F028C8-58CC-41E9-80EA-5943D832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9102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65–75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92CEBD-B221-4602-8E16-30EEE11A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39102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休息十分鐘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B106B7-2C47-40DB-8316-9A5EB799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219450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A74511-469A-47D4-84E6-D5871DC6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46697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75–105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88C673-CC9A-459C-8AB4-899D319B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4669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整理公約＋自選規則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6D7487-5325-405B-9463-F193CF66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181475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189E7A-EAD4-4474-97F6-7CA36323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429000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105–115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6E1E7A-714D-4FD0-AEDE-F663603F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429000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孩子教爸爸三個條件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91C3B7-895F-4D8B-A841-66108D6E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143500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D5A8D4-4138-4215-B4CD-84035840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39102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115–120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E6CA23-7C02-45F8-9BF7-B8EC55A9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39102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錄音總結＋簽名存檔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CC1EEE-5F17-482D-B05B-00F33EE7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今日生活技能：數位公民，一起訂、一起守</a:t>
            </a:r>
          </a:p>
        </p:txBody>
      </p:sp>
    </p:spTree>
    <p:extLst>
      <p:ext uri="{BB962C8B-B14F-4D97-AF65-F5344CB8AC3E}">
        <p14:creationId xmlns:p14="http://schemas.microsoft.com/office/powerpoint/2010/main" val="761124881"/>
      </p:ext>
    </p:extLst>
  </p:cSld>
</p:sld>
</file>

<file path=ppt/slides/slide1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717C6A-C66C-46F0-9F5F-1077E8B0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8FAEBA-AA94-416E-BA8A-501C0A68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1BE332-40E7-4029-9F70-3C83E537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FB8E47-F5D4-4F9F-A124-32ACFBEB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FAMILY TECH PACT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1305CB-A0EB-4F56-B2C6-91B32CC8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L014 · 12/12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A4645-DD68-464F-834F-DA00DBDE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A87DB-074B-48A0-8ED7-FA81BDBB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我們家的科技公約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1BFB36-9853-48AF-9BA9-9132950F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30854-BCC8-499F-9FF6-9E015FCA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最後一關：教爸爸好規則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B77FC5-1932-447B-B973-D104DE46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暫停影片：不看稿說一次，再指出一個容易錯的地方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CC3625-631C-4C75-A075-486BA7CF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69B1CB-D308-47BF-8E1C-FD04568C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438400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完成家庭科技公約 v1.0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9211DD-350E-486C-BD5E-5A2FD5FB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924175"/>
            <a:ext cx="752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五個主題、每條的理由、全家簽名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45B44A-7151-480C-8FF8-1D3DE68A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26E6D0-719A-48B6-A673-3B1205CB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43852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說出好規則的三個條件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4B9D58-DE7E-4C3F-83B8-65AFA4B9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924300"/>
            <a:ext cx="752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說得清楚、做得到、檢查得到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F01D8A-ADA3-4C68-8B67-C62753E2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BBB444-7494-4930-8312-1F9BCF14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438650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指出一個容易錯的地方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715264-D608-4CE4-8E34-5F40A619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924425"/>
            <a:ext cx="752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例如：規則太模糊，沒辦法檢查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245ce9480844b8"/>
          <a:stretch xmlns:a="http://schemas.openxmlformats.org/drawingml/2006/main"/>
        </p:blipFill>
        <p:spPr>
          <a:xfrm xmlns:a="http://schemas.openxmlformats.org/drawingml/2006/main">
            <a:off x="9010780" y="2867025"/>
            <a:ext cx="2761991" cy="1554446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127016-B0D0-4E31-A739-B3D936D2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381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保持好奇，我們下次見！</a:t>
            </a:r>
          </a:p>
        </p:txBody>
      </p:sp>
    </p:spTree>
    <p:extLst>
      <p:ext uri="{BB962C8B-B14F-4D97-AF65-F5344CB8AC3E}">
        <p14:creationId xmlns:p14="http://schemas.microsoft.com/office/powerpoint/2010/main" val="7708598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2026-09-27T07:18:22.0520000Z</dcterms:created>
  <dcterms:modified xsi:type="dcterms:W3CDTF">2026-09-27T07:18:22.0530000Z</dcterms:modified>
</coreProperties>
</file>