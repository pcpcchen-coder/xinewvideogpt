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歡迎回到父子科技學院，我是陳犀牛，今天是第五堂，搜尋高手，這是依課表製作的課前教學版，並非實際上課錄音。</ns0:t>
            </ns0:r>
          </ns0:p>
          <ns1:p xmlns:ns1="http://schemas.openxmlformats.org/drawingml/2006/main">
            <ns1:r>
              <ns1:t>今天我們來玩搜尋尋寶：寶藏是一個大問題的答案，要找到它，得先把大問題拆成幾個好找的小問題。</ns1:t>
            </ns1:r>
          </ns1:p>
          <ns2:p xmlns:ns2="http://schemas.openxmlformats.org/drawingml/2006/main">
            <ns2:r>
              <ns2:t>我們會練習關鍵字、引號、減號和時間條件，最後做出一張屬於自己的搜尋策略卡。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尋寶有三步，第一步是拆問題，把一個很大的問題，變成幾個小問題，一次只找一個答案。</ns0:t>
            </ns0:r>
          </ns0:p>
          <ns1:p xmlns:ns1="http://schemas.openxmlformats.org/drawingml/2006/main">
            <ns1:r>
              <ns1:t>第二步是選關鍵字，挑出最重要的幾個詞，需要的時候，再加上今天要學的搜尋工具。</ns1:t>
            </ns1:r>
          </ns1:p>
          <ns2:p xmlns:ns2="http://schemas.openxmlformats.org/drawingml/2006/main">
            <ns2:r>
              <ns2:t>第三步是比結果，看看這一頁是誰寫的、資料新不新、有沒有真的回答你的問題，再決定要不要相信。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  <ns5:p xmlns:ns5="http://schemas.openxmlformats.org/drawingml/2006/main">
            <ns5:r>
              <ns5:t>https://support.google.com/websearch/answer/134479?hl=zh-Hant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先練關鍵字。把想問的事情寫成一句完整的話，例如：為什麼貓會一直抓沙發？</ns0:t>
            </ns0:r>
          </ns0:p>
          <ns1:p xmlns:ns1="http://schemas.openxmlformats.org/drawingml/2006/main">
            <ns1:r>
              <ns1:t>接著圈出二到四個最重要的詞，像是貓、抓沙發、原因；盡量使用網頁上可能出現的說法，不必輸入整句口語。</ns1:t>
            </ns1:r>
          </ns1:p>
          <ns2:p xmlns:ns2="http://schemas.openxmlformats.org/drawingml/2006/main">
            <ns2:r>
              <ns2:t>如果結果不理想，就換個說法再試一次，例如把抓沙發換成磨爪，這不是失敗，這是高手都會做的事。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https://support.google.com/websearch/answer/134479?hl=zh-Hant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搜尋尋寶有四把鑰匙：關鍵字幫你說清楚要找什麼，引號用來找完全相符的句子。</ns0:t>
            </ns0:r>
          </ns0:p>
          <ns1:p xmlns:ns1="http://schemas.openxmlformats.org/drawingml/2006/main">
            <ns1:r>
              <ns1:t>減號可以排除不想看到的字詞，時間條件則幫你找到夠新的資料，每一把鑰匙，適合開不同的寶箱。</ns1:t>
            </ns1:r>
          </ns1:p>
          <ns2:p xmlns:ns2="http://schemas.openxmlformats.org/drawingml/2006/main">
            <ns2:r>
              <ns2:t>今天以 Google 搜尋當例子，別的搜尋引擎也有類似的功能，不過寫法和效果可能不太一樣。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https://support.google.com/websearch/answer/2466433?hl=zh-Hant</ns4:t>
            </ns4:r>
          </ns4:p>
          <ns5:p xmlns:ns5="http://schemas.openxmlformats.org/drawingml/2006/main">
            <ns5:r>
              <ns5:t>https://duckduckgo.com/duckduckgo-help-pages/results/syntax/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第一把特別的鑰匙是引號。在一句話的前後加上引號，就是告訴搜尋引擎：請找出和這些字完全相符的內容。</ns0:t>
            </ns0:r>
          </ns0:p>
          <ns1:p xmlns:ns1="http://schemas.openxmlformats.org/drawingml/2006/main">
            <ns1:r>
              <ns1:t>例如想知道床前明月光出自哪一首詩，把這五個字放進引號裡搜尋，就比較容易找到原文和出處。</ns1:t>
            </ns1:r>
          </ns1:p>
          <ns2:p xmlns:ns2="http://schemas.openxmlformats.org/drawingml/2006/main">
            <ns2:r>
              <ns2:t>引號很適合找一句話的出處、歌名或錯誤訊息；記得照畫面上的寫法，使用半形的雙引號。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https://support.google.com/websearch/answer/2466433?hl=zh-Hant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第二把鑰匙是減號。有些字詞有兩種意思，例如搜尋蘋果，你想找水果，結果卻可能出現很多手機的網頁。</ns0:t>
            </ns0:r>
          </ns0:p>
          <ns1:p xmlns:ns1="http://schemas.openxmlformats.org/drawingml/2006/main">
            <ns1:r>
              <ns1:t>這時在不想要的字詞前面加上減號，寫成：蘋果，空一格，再打減號和手機，搜尋引擎就會排除含有手機的結果。</ns1:t>
            </ns1:r>
          </ns1:p>
          <ns2:p xmlns:ns2="http://schemas.openxmlformats.org/drawingml/2006/main">
            <ns2:r>
              <ns2:t>要注意，減號和後面的字詞要緊緊貼在一起，中間不能有空格，不然這把鑰匙可能就沒有效果。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https://support.google.com/websearch/answer/2466433?hl=zh-Hant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第三把鑰匙是時間條件。有些問題需要最新的答案，例如今年的比賽結果；有些知識很久都不會變，就不一定要限定時間。</ns0:t>
            </ns0:r>
          </ns0:p>
          <ns1:p xmlns:ns1="http://schemas.openxmlformats.org/drawingml/2006/main">
            <ns1:r>
              <ns1:t>搜尋之後，點選搜尋框下方的工具，就可以依發布時間篩選；也可以照畫面上的寫法，直接在搜尋框加上日期條件。</ns1:t>
            </ns1:r>
          </ns1:p>
          <ns2:p xmlns:ns2="http://schemas.openxmlformats.org/drawingml/2006/main">
            <ns2:r>
              <ns2:t>不過，看得到哪些工具，會因為搜尋內容和瀏覽器而不同，找不到的時候，先換一種搜尋方式試試看。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https://support.google.com/websearch/answer/142143?hl=zh-Hant&amp;co=GENIE.Platform%3DDesktop</ns4:t>
            </ns4:r>
          </ns4:p>
          <ns5:p xmlns:ns5="http://schemas.openxmlformats.org/drawingml/2006/main">
            <ns5:r>
              <ns5:t>https://support.google.com/websearch/answer/2466433?hl=zh-Hant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鑰匙有了，現在來拆問題。假設大問題是：颱風來之前，我們家要準備什麼？這個問題太大，一次搜尋很難找到完整的答案。</ns0:t>
            </ns0:r>
          </ns0:p>
          <ns1:p xmlns:ns1="http://schemas.openxmlformats.org/drawingml/2006/main">
            <ns1:r>
              <ns1:t>把它拆成三個小問題：颱風警報要在哪裡看？要先準備好哪些東西？停電停水的時候怎麼辦？</ns1:t>
            </ns1:r>
          </ns1:p>
          <ns2:p xmlns:ns2="http://schemas.openxmlformats.org/drawingml/2006/main">
            <ns2:r>
              <ns2:t>每個小問題都要能找到一個可以檢查的答案，一次只搜尋一個，再把找到的答案和來源，寫回你的策略卡。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接著做實驗，同一個大問題用三種方法搜尋。第一種是模糊搜尋，只輸入颱風兩個字，數一數前五筆結果，有幾筆真的有用。</ns0:t>
            </ns0:r>
          </ns0:p>
          <ns1:p xmlns:ns1="http://schemas.openxmlformats.org/drawingml/2006/main">
            <ns1:r>
              <ns1:t>第二種是精準搜尋，輸入颱風、防災、準備、清單這幾個關鍵字，再數一次，比較兩次結果差在哪裡。</ns1:t>
            </ns1:r>
          </ns1:p>
          <ns2:p xmlns:ns2="http://schemas.openxmlformats.org/drawingml/2006/main">
            <ns2:r>
              <ns2:t>第三種是分段搜尋，三個小問題各搜一次；最後用同樣的標準評分：相關嗎？誰寫的？資料多新？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下半場換你設計，完成自己的搜尋策略卡，寫下小問題、用了哪些關鍵字、哪一把鑰匙，以及結果好不好。</ns0:t>
            </ns0:r>
          </ns0:p>
          <ns1:p xmlns:ns1="http://schemas.openxmlformats.org/drawingml/2006/main">
            <ns1:r>
              <ns1:t>再替自己加一條搜尋規則，例如每個問題至少換兩種說法，或是重要的答案，一定要多看幾個不同的來源。</ns1:t>
            </ns1:r>
          </ns1:p>
          <ns2:p xmlns:ns2="http://schemas.openxmlformats.org/drawingml/2006/main">
            <ns2:r>
              <ns2:t>也要記下搜尋的限制：排在最前面不一定最正確，有些結果是有標示的廣告，AI 摘要也可能出錯，重要的事要多方查證。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  <ns5:p xmlns:ns5="http://schemas.openxmlformats.org/drawingml/2006/main">
            <ns5:r>
              <ns5:t>https://support.google.com/google-ads/answer/1722080?hl=zh-Hant</ns5:t>
            </ns5:r>
          </ns5:p>
          <ns6:p xmlns:ns6="http://schemas.openxmlformats.org/drawingml/2006/main">
            <ns6:r>
              <ns6:t>https://support.google.com/websearch/answer/14901683?hl=zh-Hant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兩小時這樣安排：前十分鐘說明任務，十五分鐘認識四把鑰匙和拆問題，再用四十分鐘比較三種搜法，然後休息十分鐘。</ns0:t>
            </ns0:r>
          </ns0:p>
          <ns1:p xmlns:ns1="http://schemas.openxmlformats.org/drawingml/2006/main">
            <ns1:r>
              <ns1:t>後半段用三十分鐘，完成搜尋策略卡，並測試自己加的那一條規則，再用十分鐘交換角色，由孩子教爸爸怎麼搜尋。</ns1:t>
            </ns1:r>
          </ns1:p>
          <ns2:p xmlns:ns2="http://schemas.openxmlformats.org/drawingml/2006/main">
            <ns2:r>
              <ns2:t>最後五分鐘錄下今天的發現，替作品命名並存檔，把策略卡和比較紀錄，收進本課的資料夾。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最後一關，請不看稿，選一個新的大問題，示範給爸爸看：怎麼拆成小問題、怎麼選關鍵字，再用上一把今天學到的鑰匙。</ns0:t>
            </ns0:r>
          </ns0:p>
          <ns1:p xmlns:ns1="http://schemas.openxmlformats.org/drawingml/2006/main">
            <ns1:r>
              <ns1:t>再指出一個限制或安全注意事項，例如第一筆結果不一定正確，還有，不要把密碼、住址這類個人資料打進搜尋框。</ns1:t>
            </ns1:r>
          </ns1:p>
          <ns2:p xmlns:ns2="http://schemas.openxmlformats.org/drawingml/2006/main">
            <ns2:r>
              <ns2:t>今天的作品是搜尋策略卡，下次我們要當來源與證據偵探，分辨真真假假；我是陳犀牛，保持好奇，我們下次見！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curriculum/catalog.json：L005；來源 V2 Excel 逐堂課程第 5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第五堂任務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搜尋高手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把大問題拆成好問題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用對關鍵字，一步一步找到寶藏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第五堂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尋寶地圖：三步找到答案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問題越清楚，搜尋結果越有用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拆問題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大問題變小問題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一次找一個答案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選關鍵字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挑出重要的詞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加上搜尋工具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比結果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誰寫的？資料多新？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有回答問題嗎？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今天的作品：一張自己的搜尋策略卡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關鍵字：挑出最重要的詞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把一整句話，換成網頁上可能出現的字詞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先寫下完整的問題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例如：為什麼貓會一直抓沙發？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圈出二到四個關鍵詞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貓　抓沙發　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換個說法再試一次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貓　磨爪　怎麼辦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四把鑰匙，打開不同的寶箱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每一把鑰匙，解決不同的問題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搜尋尋寶的四把鑰匙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關鍵字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說清楚找什麼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引號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完全相符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減號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排除字詞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時間條件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找夠新的資料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以 Google 搜尋為例；其他搜尋引擎的寫法可能不同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引號：找一字不差的句子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想找一句話的出處時，請它完全相符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一般搜尋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床前明月光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加上引號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"床前明月光"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引號裡的字詞，要完全相符才算找到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適合找一句話的出處、歌名、錯誤訊息；使用半形雙引號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減號：把不要的結果排除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有些字詞有兩種意思，先排除不要的那一種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想找水果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搜尋：蘋果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出現手機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同一個詞有兩種意思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加上減號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蘋果 -手機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減號緊貼著要排除的字詞，中間不要空格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時間條件：找夠新的資料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先想一想：這個問題需要最新的答案嗎？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搜尋之後  →  工具  →  依時間篩選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找最新消息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選比較近的時間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找不變的知識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不一定要限定時間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直接輸入條件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after:2026/01/01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看得到哪些工具，會因搜尋內容和瀏覽器而不同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拆問題：大問題變小問題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每個小問題，都要能找到一個可以檢查的答案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一、颱風警報要在哪裡看？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二、要先準備好哪些東西？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三、停電停水時怎麼辦？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大問題（藏寶圖）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颱風來之前要準備什麼？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一次只搜尋一個小問題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答案和來源寫回策略卡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暫停影片：把你的大問題，拆成三個小問題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同一題，三種搜法比一比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評分標準：相關嗎？誰寫的？資料多新？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第一種：模糊搜尋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只輸入：颱風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數一數前五筆，有幾筆有用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第二種：精準搜尋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輸入：颱風 防災 準備 清單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再數一次，比較差在哪裡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第三種：分段搜尋，三個小問題各搜一次，再用同樣標準評分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換你設計：我的搜尋策略卡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找到答案之後，還要判斷能不能相信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完成我的搜尋策略卡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小問題、關鍵字、用了哪把鑰匙、結果如何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加一條自己的搜尋規則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例如：每題換兩種說法、重要答案多看幾個來源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記下搜尋的限制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前面的不一定最正確；廣告有標示；AI 摘要可能出錯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兩小時的搜尋尋寶課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影片先引路，接下來用策略卡證明你會找答案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三種搜法尋寶賽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策略卡＋自選規則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孩子教爸爸搜尋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今日生活技能：資訊判讀，找到答案還要看誰寫的、多新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SEARCH 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L005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搜尋高手：把大問題拆成好問題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最後一關：教爸爸找寶藏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完成搜尋策略卡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三個小問題、關鍵字與用過的鑰匙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示範四把鑰匙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關鍵字、引號、減號、時間條件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例如：第一筆不一定對；不輸入個資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