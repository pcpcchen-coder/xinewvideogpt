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歡迎回到父子科技學院，我是陳犀牛，今天是第四堂，封包接力賽，這是依課表製作的課前教學版，並非實際上課錄音。</ns0:t>
            </ns0:r>
          </ns0:p>
          <ns1:p xmlns:ns1="http://schemas.openxmlformats.org/drawingml/2006/main">
            <ns1:r>
              <ns1:t>今天我們來當網路偵探，查清楚一件事：螢幕上看到的一張圖片，是怎麼從遠方的電腦送到你面前的。</ns1:t>
            </ns1:r>
          </ns1:p>
          <ns2:p xmlns:ns2="http://schemas.openxmlformats.org/drawingml/2006/main">
            <ns2:r>
              <ns2:t>我們會用信封、地址卡和路由站來扮演網路，親手把一張圖片送出去，最後畫出一張自己家的網路圖。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網際網路是許多網路互相連接而成的大網路，你的裝置先連上家裡的路由器，再經過外面的網路，連到保存圖片的伺服器。</ns0:t>
            </ns0:r>
          </ns0:p>
          <ns1:p xmlns:ns1="http://schemas.openxmlformats.org/drawingml/2006/main">
            <ns1:r>
              <ns1:t>圖片不是整張一次送過來的，資料會分成許多小份，每一份叫做封包，由路由器一站接著一站，往目的地轉送。</ns1:t>
            </ns1:r>
          </ns1:p>
          <ns2:p xmlns:ns2="http://schemas.openxmlformats.org/drawingml/2006/main">
            <ns2:r>
              <ns2:t>所以今天的案件有三個線索：誰送出要求、誰負責轉送、誰回應要求，請你邊看邊在紙上記下這三個角色。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  <ns5:p xmlns:ns5="http://schemas.openxmlformats.org/drawingml/2006/main">
            <ns5:r>
              <ns5:t>https://www.rfc-editor.org/rfc/rfc1122</ns5:t>
            </ns5:r>
          </ns5:p>
          <ns6:p xmlns:ns6="http://schemas.openxmlformats.org/drawingml/2006/main">
            <ns6:r>
              <ns6:t>https://www.rfc-editor.org/rfc/rfc9293</ns6:t>
            </ns6:r>
          </ns6:p>
          <ns7:p xmlns:ns7="http://schemas.openxmlformats.org/drawingml/2006/main">
            <ns7:r>
              <ns7:t>https://www.rfc-editor.org/rfc/rfc9110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要把封包送對地方，網路需要位址；連上網路的裝置會有一個 IP 位址，它是一組編號，標示封包從哪裡來、要送到哪裡。</ns0:t>
            </ns0:r>
          </ns0:p>
          <ns1:p xmlns:ns1="http://schemas.openxmlformats.org/drawingml/2006/main">
            <ns1:r>
              <ns1:t>每個封包都帶著來源位址和目的地位址，路由器查看目的地位址，決定下一站要交給誰，並不需要讀懂圖片的內容。</ns1:t>
            </ns1:r>
          </ns1:p>
          <ns2:p xmlns:ns2="http://schemas.openxmlformats.org/drawingml/2006/main">
            <ns2:r>
              <ns2:t>這很像信封上的收件地址，不過 IP 位址不是你家的門牌，連到不同的網路時，拿到的位址通常也不一樣。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https://www.rfc-editor.org/rfc/rfc791</ns4:t>
            </ns4:r>
          </ns4:p>
          <ns5:p xmlns:ns5="http://schemas.openxmlformats.org/drawingml/2006/main">
            <ns5:r>
              <ns5:t>https://www.rfc-editor.org/rfc/rfc1812</ns5:t>
            </ns5:r>
          </ns5:p>
          <ns6:p xmlns:ns6="http://schemas.openxmlformats.org/drawingml/2006/main">
            <ns6:r>
              <ns6:t>https://support.apple.com/zh-tw/guide/mac-help/mchlp2718/mac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接力賽有四個角色：裝置是起點也是終點，像你的電腦或手機，負責送出要求，也負責把收到的封包組回圖片。</ns0:t>
            </ns0:r>
          </ns0:p>
          <ns1:p xmlns:ns1="http://schemas.openxmlformats.org/drawingml/2006/main">
            <ns1:r>
              <ns1:t>路由器是轉運站，每次只決定下一站；DNS 像網路的通訊錄，用名稱查出位址；伺服器保存資料，並回應裝置的要求。</ns1:t>
            </ns1:r>
          </ns1:p>
          <ns2:p xmlns:ns2="http://schemas.openxmlformats.org/drawingml/2006/main">
            <ns2:r>
              <ns2:t>四個角色各有各的工作，等一下的接力賽，你和爸爸要輪流扮演，親自體驗每個角色做了什麼。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https://www.rfc-editor.org/rfc/rfc1122</ns4:t>
            </ns4:r>
          </ns4:p>
          <ns5:p xmlns:ns5="http://schemas.openxmlformats.org/drawingml/2006/main">
            <ns5:r>
              <ns5:t>https://www.rfc-editor.org/rfc/rfc1812</ns5:t>
            </ns5:r>
          </ns5:p>
          <ns6:p xmlns:ns6="http://schemas.openxmlformats.org/drawingml/2006/main">
            <ns6:r>
              <ns6:t>https://www.icann.org/resources/pages/dns-2022-09-13-en</ns6:t>
            </ns6:r>
          </ns6:p>
          <ns7:p xmlns:ns7="http://schemas.openxmlformats.org/drawingml/2006/main">
            <ns7:r>
              <ns7:t>https://www.rfc-editor.org/rfc/rfc9110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人比較容易記住名稱，網路卻要靠位址來送封包，所以裝置會先問 DNS：這個網域名稱，對應的 IP 位址是什麼？</ns0:t>
            </ns0:r>
          </ns0:p>
          <ns1:p xmlns:ns1="http://schemas.openxmlformats.org/drawingml/2006/main">
            <ns1:r>
              <ns1:t>DNS 回答之後，裝置才把封包送往那個位址；畫面上的範例名稱和範例位址，都是保留給文件使用的，不是真實的對應。</ns1:t>
            </ns1:r>
          </ns1:p>
          <ns2:p xmlns:ns2="http://schemas.openxmlformats.org/drawingml/2006/main">
            <ns2:r>
              <ns2:t>DNS 只負責查位址，不負責運送圖片；如果名稱打錯了，可能查不到，也可能被帶到不是你想去的地方。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https://www.icann.org/resources/pages/dns-2022-09-13-en</ns4:t>
            </ns4:r>
          </ns4:p>
          <ns5:p xmlns:ns5="http://schemas.openxmlformats.org/drawingml/2006/main">
            <ns5:r>
              <ns5:t>https://support.apple.com/zh-tw/guide/mac-help/mh141272/mac</ns5:t>
            </ns5:r>
          </ns5:p>
          <ns6:p xmlns:ns6="http://schemas.openxmlformats.org/drawingml/2006/main">
            <ns6:r>
              <ns6:t>https://www.rfc-editor.org/rfc/rfc1034</ns6:t>
            </ns6:r>
          </ns6:p>
          <ns7:p xmlns:ns7="http://schemas.openxmlformats.org/drawingml/2006/main">
            <ns7:r>
              <ns7:t>https://www.rfc-editor.org/rfc/rfc6761</ns7:t>
            </ns7:r>
          </ns7:p>
          <ns8:p xmlns:ns8="http://schemas.openxmlformats.org/drawingml/2006/main">
            <ns8:r>
              <ns8:t>https://www.rfc-editor.org/rfc/rfc5737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再來看封包本身，第一步是切開：圖片的資料會分成許多小份，網路就能一份一份地傳送，出了問題也只要處理其中一小份。</ns0:t>
            </ns0:r>
          </ns0:p>
          <ns1:p xmlns:ns1="http://schemas.openxmlformats.org/drawingml/2006/main">
            <ns1:r>
              <ns1:t>第二步是標記：每個封包除了位址，還會帶著編號這類資訊，讓接收的一方知道它排在第幾個。</ns1:t>
            </ns1:r>
          </ns1:p>
          <ns2:p xmlns:ns2="http://schemas.openxmlformats.org/drawingml/2006/main">
            <ns2:r>
              <ns2:t>第三步是重組：封包到達後，裝置依照編號排回正確的順序，全部到齊了，才能還原成你看到的那張圖片。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https://www.rfc-editor.org/rfc/rfc9293</ns4:t>
            </ns4:r>
          </ns4:p>
          <ns5:p xmlns:ns5="http://schemas.openxmlformats.org/drawingml/2006/main">
            <ns5:r>
              <ns5:t>https://www.rfc-editor.org/rfc/rfc1122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現在把桌面變成網路，準備信封、地址卡，還有一張簡單的圖片；圖片請用自己畫的圖，不要用含有個人資料的照片。</ns0:t>
            </ns0:r>
          </ns0:p>
          <ns1:p xmlns:ns1="http://schemas.openxmlformats.org/drawingml/2006/main">
            <ns1:r>
              <ns1:t>賽道上有四個點：孩子當裝置，爸爸當伺服器，中間放兩個路由站，可以用椅子或紙盒代替，並各放一張轉送表。</ns1:t>
            </ns1:r>
          </ns1:p>
          <ns2:p xmlns:ns2="http://schemas.openxmlformats.org/drawingml/2006/main">
            <ns2:r>
              <ns2:t>每個信封就是一個封包，地址卡代表 IP 位址，路由站就是路由器，只看信封上的目的地，把它交給下一站。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  <ns5:p xmlns:ns5="http://schemas.openxmlformats.org/drawingml/2006/main">
            <ns5:r>
              <ns5:t>https://www.rfc-editor.org/rfc/rfc1812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第一案開始，孩子先查通訊錄卡，找到伺服器的位址，再寫一張要求卡裝進信封，經過兩個路由站，送到爸爸手上。</ns0:t>
            </ns0:r>
          </ns0:p>
          <ns1:p xmlns:ns1="http://schemas.openxmlformats.org/drawingml/2006/main">
            <ns1:r>
              <ns1:t>爸爸扮演伺服器，把圖片剪成六片，每個信封寫上來源和目的地，還有第幾片、共幾片，然後一次送出一個信封。</ns1:t>
            </ns1:r>
          </ns1:p>
          <ns2:p xmlns:ns2="http://schemas.openxmlformats.org/drawingml/2006/main">
            <ns2:r>
              <ns2:t>孩子收齊六個信封後，依照編號把圖片拼回來，再回傳一張確認卡，告訴伺服器，六片全部收到了。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  <ns5:p xmlns:ns5="http://schemas.openxmlformats.org/drawingml/2006/main">
            <ns5:r>
              <ns5:t>https://www.rfc-editor.org/rfc/rfc9293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第二案，路由器會分別處理每一個封包，所以同一張圖片的封包不一定走同一條路，到達的順序也可能被打亂，這時要靠編號排回來。</ns0:t>
            </ns0:r>
          </ns0:p>
          <ns1:p xmlns:ns1="http://schemas.openxmlformats.org/drawingml/2006/main">
            <ns1:r>
              <ns1:t>第三案，封包在途中也可能遺失；爸爸悄悄抽走一個信封，孩子要從編號找出少了哪一片，再請伺服器重送那一片。</ns1:t>
            </ns1:r>
          </ns1:p>
          <ns2:p xmlns:ns2="http://schemas.openxmlformats.org/drawingml/2006/main">
            <ns2:r>
              <ns2:t>要記得，網路本身不保證每個封包都送到，是某些傳送規則加上了確認和重送；也有些規則比較簡單，並不負責重送。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https://www.rfc-editor.org/rfc/rfc1122</ns4:t>
            </ns4:r>
          </ns4:p>
          <ns5:p xmlns:ns5="http://schemas.openxmlformats.org/drawingml/2006/main">
            <ns5:r>
              <ns5:t>https://www.rfc-editor.org/rfc/rfc791</ns5:t>
            </ns5:r>
          </ns5:p>
          <ns6:p xmlns:ns6="http://schemas.openxmlformats.org/drawingml/2006/main">
            <ns6:r>
              <ns6:t>https://www.rfc-editor.org/rfc/rfc9293</ns6:t>
            </ns6:r>
          </ns6:p>
          <ns7:p xmlns:ns7="http://schemas.openxmlformats.org/drawingml/2006/main">
            <ns7:r>
              <ns7:t>https://www.rfc-editor.org/rfc/rfc768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下半場換你設計，替接力賽增加一條自己的規則，例如多一個路由站或限時送完；先預測，再測試，把證據寫進偵探筆記。</ns0:t>
            </ns0:r>
          </ns0:p>
          <ns1:p xmlns:ns1="http://schemas.openxmlformats.org/drawingml/2006/main">
            <ns1:r>
              <ns1:t>接著畫家庭網路手繪圖，畫出家裡有哪些裝置、路由器放在哪裡，以及通往外面網路的那一條連線。</ns1:t>
            </ns1:r>
          </ns1:p>
          <ns2:p xmlns:ns2="http://schemas.openxmlformats.org/drawingml/2006/main">
            <ns2:r>
              <ns2:t>想找線索，可以請爸爸打開系統設定，在 Wi-Fi 的詳細資訊查看 IP 位址和路由器位址；Wi-Fi 密碼和住址，不要寫在圖上。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  <ns5:p xmlns:ns5="http://schemas.openxmlformats.org/drawingml/2006/main">
            <ns5:r>
              <ns5:t>https://support.apple.com/zh-tw/guide/mac-help/mh11935/mac</ns5:t>
            </ns5:r>
          </ns5:p>
          <ns6:p xmlns:ns6="http://schemas.openxmlformats.org/drawingml/2006/main">
            <ns6:r>
              <ns6:t>https://consumer.ftc.gov/articles/how-secure-your-home-wi-fi-network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兩小時這樣安排：前十分鐘說明案件，十五分鐘認識六個名詞和四個角色，再用四十分鐘一起完成三個案件，然後休息十分鐘。</ns0:t>
            </ns0:r>
          </ns0:p>
          <ns1:p xmlns:ns1="http://schemas.openxmlformats.org/drawingml/2006/main">
            <ns1:r>
              <ns1:t>後半段用三十分鐘，測試自己的新規則，並完成家庭網路手繪圖，再用十分鐘交換角色，由孩子教爸爸封包怎麼旅行。</ns1:t>
            </ns1:r>
          </ns1:p>
          <ns2:p xmlns:ns2="http://schemas.openxmlformats.org/drawingml/2006/main">
            <ns2:r>
              <ns2:t>最後五分鐘錄下今天的發現，替作品命名並存檔，把手繪圖、偵探筆記和規則卡，收進本課的資料夾。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最後一關，請不看稿，向爸爸說明一張圖片的旅程：DNS 查出位址，資料分成封包，路由器一站一站轉送，裝置再把它重組回來。</ns0:t>
            </ns0:r>
          </ns0:p>
          <ns1:p xmlns:ns1="http://schemas.openxmlformats.org/drawingml/2006/main">
            <ns1:r>
              <ns1:t>再指出一個限制或安全注意事項，例如信封只是比喻，封包可能亂序或遺失，還有家裡的 Wi-Fi 密碼不可以公開。</ns1:t>
            </ns1:r>
          </ns1:p>
          <ns2:p xmlns:ns2="http://schemas.openxmlformats.org/drawingml/2006/main">
            <ns2:r>
              <ns2:t>今天的作品是家庭網路手繪圖，下次我們要練習搜尋，把大問題拆成好問題；我是陳犀牛，保持好奇，我們下次見！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curriculum/catalog.json：L004；來源 V2 Excel 逐堂課程第 4 堂</ns4:t>
            </ns4:r>
          </ns4:p>
          <ns5:p xmlns:ns5="http://schemas.openxmlformats.org/drawingml/2006/main">
            <ns5:r>
              <ns5:t>https://consumer.ftc.gov/articles/how-secure-your-home-wi-fi-network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第四堂任務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網路到底是什麼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封包接力賽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把圖片分成封包，一站一站送到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第四堂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案件：一張圖片怎麼送到？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當網路偵探，記下三個角色各做了什麼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我的裝置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送出要求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收下封包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路由器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看目的地位址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轉給下一站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伺服器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保存圖片等資料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回應裝置的要求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網際網路＝許多網路互相連接；封包＝分成小份的資料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IP 位址：封包要送到哪裡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像信封上的地址，但不是你家的門牌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裝置連上網路，會有 IP 位址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一組編號，標示封包從哪裡來、要送到哪裡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每個封包帶著兩個位址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來源位址＋目的地位址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路由器查看目的地位址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決定下一站；不需要讀懂圖片內容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接力賽的四個角色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每個角色只做自己的工作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封包接力賽角色卡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裝置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送出與接收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路由器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轉送到下一站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DNS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用名稱查位址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伺服器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回應要求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你和爸爸輪流扮演：先說出職責，再開始接力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DNS 通訊錄：用名稱查出位址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人記名稱，網路靠位址；先查位址，再送封包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網域名稱（範例）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example.com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IP 位址（範例）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192.0.2.1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裝置先向 DNS 查出位址，才送出封包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兩者都是保留給文件使用的範例，不是真實對應；DNS 不運送圖片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封包：切開、標記、重組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大資料分成小份，到達後再拼回來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切開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圖片資料分成許多小份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標記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帶著位址與編號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重組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依編號排回原來的樣子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你來想一想：如果信封上沒有編號，會發生什麼事？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封包接力賽：道具與賽道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圖片用自己畫的圖，不放個人資料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裝置  →  路由站 A  →  路由站 B  →  伺服器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信封＝封包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每個裝一片圖片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地址卡＝IP 位址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寫上來源與目的地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路由站＝路由器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看目的地，交給下一站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暫停影片：排好四個點，放好轉送表，再開始第一案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第一案：把圖片完整送到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孩子當裝置，爸爸當伺服器，路由站照轉送表轉送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查：通訊錄卡找位址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送：要求卡過兩站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拼：依編號拼回圖片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信封上要寫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第三片，共六片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來源：伺服器的位址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目的地：裝置的位址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暫停影片：六片都拼好，再回傳「全部收到」確認卡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第二、三案：亂序與遺失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先找證據，再想修正方法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第二案：順序亂了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封包不一定走同一條路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靠編號排回正確順序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第三案：少了一片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從編號找出缺了哪一片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請伺服器重送那一片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網路不保證每個封包都送到；確認與重送是某些傳送規則加上的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換你設計：新規則＋家庭網路圖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先預測，再測試；作品不寫密碼與住址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增加一條自己的規則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例如：多一個路由站、多一條路線、限時送完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預測、測試、記下證據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寫進偵探筆記，再決定要不要保留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畫出家庭網路手繪圖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線索：系統設定 → Wi-Fi → 詳細資訊（IP 位址、路由器）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兩小時的網路偵探課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影片先引路，接下來用接力賽和手繪圖證明你懂了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三個案件接力賽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新規則＋家庭網路圖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孩子教爸爸封包旅程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今日生活技能：數位公民，分享前先想哪些資訊不該公開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PACKET RELAY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L004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網路到底是什麼：封包接力賽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最後一關：換你當老師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暫停影片：不看稿說一次，再指出一個限制或安全注意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完成家庭網路手繪圖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有裝置、路由器與對外連線；不寫密碼與住址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說出一張圖片的旅程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DNS 查位址 → 分成封包 → 路由器轉送 → 重組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例如：封包可能遺失；密碼不公開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